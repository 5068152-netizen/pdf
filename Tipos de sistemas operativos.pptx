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Arial Black"/>
      <p:regular r:id="rId21"/>
    </p:embeddedFont>
    <p:embeddedFont>
      <p:font typeface="Gill Sans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YVNgVJGzP2TpitUdw/Xk4oRCC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22" Type="http://schemas.openxmlformats.org/officeDocument/2006/relationships/font" Target="fonts/GillSans-regular.fntdata"/><Relationship Id="rId10" Type="http://schemas.openxmlformats.org/officeDocument/2006/relationships/slide" Target="slides/slide6.xml"/><Relationship Id="rId21" Type="http://schemas.openxmlformats.org/officeDocument/2006/relationships/font" Target="fonts/ArialBlack-regular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Gill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-italic.fntdata"/><Relationship Id="rId6" Type="http://schemas.openxmlformats.org/officeDocument/2006/relationships/slide" Target="slides/slide2.xml"/><Relationship Id="rId18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Gill Sans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1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1" type="ftr"/>
          </p:nvPr>
        </p:nvSpPr>
        <p:spPr>
          <a:xfrm>
            <a:off x="2416500" y="329307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1437664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20" name="Google Shape;20;p14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27" name="Google Shape;27;p15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6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34" name="Google Shape;34;p16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/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" type="body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2" type="body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42" name="Google Shape;42;p17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/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" type="body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8"/>
          <p:cNvSpPr txBox="1"/>
          <p:nvPr>
            <p:ph idx="2" type="body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3" type="body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8"/>
          <p:cNvSpPr txBox="1"/>
          <p:nvPr>
            <p:ph idx="4" type="body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52" name="Google Shape;52;p18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58" name="Google Shape;58;p19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/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ill Sans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" type="body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2" type="body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1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70" name="Google Shape;70;p21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22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3" name="Google Shape;73;p22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2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22"/>
          <p:cNvSpPr txBox="1"/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" name="Google Shape;77;p22"/>
          <p:cNvSpPr txBox="1"/>
          <p:nvPr>
            <p:ph idx="1" type="body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22"/>
          <p:cNvSpPr txBox="1"/>
          <p:nvPr>
            <p:ph idx="10" type="dt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1" type="ftr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81" name="Google Shape;81;p22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" type="body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88" name="Google Shape;88;p2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/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4"/>
          <p:cNvSpPr txBox="1"/>
          <p:nvPr>
            <p:ph idx="1" type="body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4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4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95" name="Google Shape;95;p24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BE9E6"/>
            </a:gs>
            <a:gs pos="100000">
              <a:srgbClr val="C9C5C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" name="Google Shape;7;p13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26480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3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0" type="dt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1" type="ftr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13" name="Google Shape;13;p13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s-ES" sz="5400" u="sng">
                <a:latin typeface="Calibri"/>
                <a:ea typeface="Calibri"/>
                <a:cs typeface="Calibri"/>
                <a:sym typeface="Calibri"/>
              </a:rPr>
              <a:t>TIPOS DE SISTEMAS OPERATIVOS</a:t>
            </a:r>
            <a:br>
              <a:rPr lang="es-ES" sz="1800"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/>
              <a:t>QUE SON</a:t>
            </a:r>
            <a:endParaRPr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b="0" i="0" lang="es-ES" sz="2800">
                <a:latin typeface="Arial Black"/>
                <a:ea typeface="Arial Black"/>
                <a:cs typeface="Arial Black"/>
                <a:sym typeface="Arial Black"/>
              </a:rPr>
              <a:t>Los </a:t>
            </a:r>
            <a:r>
              <a:rPr b="1" i="0" lang="es-ES" sz="2800">
                <a:latin typeface="Arial Black"/>
                <a:ea typeface="Arial Black"/>
                <a:cs typeface="Arial Black"/>
                <a:sym typeface="Arial Black"/>
              </a:rPr>
              <a:t>sistemas operativos</a:t>
            </a:r>
            <a:r>
              <a:rPr b="0" i="0" lang="es-ES" sz="2800">
                <a:latin typeface="Arial Black"/>
                <a:ea typeface="Arial Black"/>
                <a:cs typeface="Arial Black"/>
                <a:sym typeface="Arial Black"/>
              </a:rPr>
              <a:t> son programas que gestionan los recursos de hardware y software de un dispositivo. </a:t>
            </a:r>
            <a:endParaRPr/>
          </a:p>
          <a:p>
            <a:pPr indent="-508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7580" y="3230656"/>
            <a:ext cx="280987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/>
              <a:t>TIPOS </a:t>
            </a:r>
            <a:endParaRPr/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i="0" lang="es-ES">
                <a:latin typeface="Arial Black"/>
                <a:ea typeface="Arial Black"/>
                <a:cs typeface="Arial Black"/>
                <a:sym typeface="Arial Black"/>
              </a:rPr>
              <a:t>Sistemas operativos de tiempo compartido</a:t>
            </a:r>
            <a:r>
              <a:rPr b="0" i="0" lang="es-ES">
                <a:latin typeface="Arial Black"/>
                <a:ea typeface="Arial Black"/>
                <a:cs typeface="Arial Black"/>
                <a:sym typeface="Arial Black"/>
              </a:rPr>
              <a:t>: Permiten que múltiples usuarios accedan a los recursos del sistema simultáneamente.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i="0" lang="es-ES">
                <a:latin typeface="Arial Black"/>
                <a:ea typeface="Arial Black"/>
                <a:cs typeface="Arial Black"/>
                <a:sym typeface="Arial Black"/>
              </a:rPr>
              <a:t>Sistemas operativos de red</a:t>
            </a:r>
            <a:r>
              <a:rPr b="0" i="0" lang="es-ES">
                <a:latin typeface="Arial Black"/>
                <a:ea typeface="Arial Black"/>
                <a:cs typeface="Arial Black"/>
                <a:sym typeface="Arial Black"/>
              </a:rPr>
              <a:t>: Facilitan la comunicación y el intercambio de recursos entre computadoras en una red.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i="0" lang="es-ES">
                <a:latin typeface="Arial Black"/>
                <a:ea typeface="Arial Black"/>
                <a:cs typeface="Arial Black"/>
                <a:sym typeface="Arial Black"/>
              </a:rPr>
              <a:t>Sistemas operativos de tiempo real</a:t>
            </a:r>
            <a:r>
              <a:rPr b="0" i="0" lang="es-ES">
                <a:latin typeface="Arial Black"/>
                <a:ea typeface="Arial Black"/>
                <a:cs typeface="Arial Black"/>
                <a:sym typeface="Arial Black"/>
              </a:rPr>
              <a:t>: Proporcionan respuestas inmediatas a eventos externos, siendo críticos en aplicaciones como la aviación o la medicina.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i="0" lang="es-ES">
                <a:latin typeface="Arial Black"/>
                <a:ea typeface="Arial Black"/>
                <a:cs typeface="Arial Black"/>
                <a:sym typeface="Arial Black"/>
              </a:rPr>
              <a:t>Sistemas operativos de escritorio</a:t>
            </a:r>
            <a:r>
              <a:rPr b="0" i="0" lang="es-ES">
                <a:latin typeface="Arial Black"/>
                <a:ea typeface="Arial Black"/>
                <a:cs typeface="Arial Black"/>
                <a:sym typeface="Arial Black"/>
              </a:rPr>
              <a:t>: Diseñados para ser utilizados en computadoras personales, como Windows o macOS.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Sistemas operativos móviles</a:t>
            </a:r>
            <a:r>
              <a:rPr b="0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: Optimizados para dispositivos móviles, como Android e iOS.</a:t>
            </a:r>
            <a:endParaRPr b="0" i="0">
              <a:latin typeface="Arial Black"/>
              <a:ea typeface="Arial Black"/>
              <a:cs typeface="Arial Black"/>
              <a:sym typeface="Arial Black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/>
              <a:t>SISTEMA DE ESCRITORIO</a:t>
            </a:r>
            <a:endParaRPr/>
          </a:p>
        </p:txBody>
      </p:sp>
      <p:sp>
        <p:nvSpPr>
          <p:cNvPr id="126" name="Google Shape;126;p5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i="0" lang="es-ES" u="none" strike="noStrike">
                <a:latin typeface="Arial"/>
                <a:ea typeface="Arial"/>
                <a:cs typeface="Arial"/>
                <a:sym typeface="Arial"/>
              </a:rPr>
              <a:t>Características</a:t>
            </a:r>
            <a:r>
              <a:rPr b="0" i="0" lang="es-ES" u="none" strike="noStrike">
                <a:latin typeface="Arial"/>
                <a:ea typeface="Arial"/>
                <a:cs typeface="Arial"/>
                <a:sym typeface="Arial"/>
              </a:rPr>
              <a:t>: Diseñados para computadoras personales, ofrecen interfaces gráficas amigables y soporte para una amplia gama de aplicaciones. Windows es conocido por su popularidad y compatibilidad, mientras que macOS se destaca por su estabilidad y diseño. Linux, siendo de código abierto, permite una gran personalización y es ideal para servidores y programación.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b="1" i="0" lang="es-ES">
                <a:latin typeface="Roboto"/>
                <a:ea typeface="Roboto"/>
                <a:cs typeface="Roboto"/>
                <a:sym typeface="Roboto"/>
              </a:rPr>
              <a:t>SISTEMAS OPERATIVOS MÓVILES</a:t>
            </a:r>
            <a:endParaRPr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b="1" i="0" lang="es-ES" sz="2500" u="none" strike="noStrike">
                <a:latin typeface="Arial Black"/>
                <a:ea typeface="Arial Black"/>
                <a:cs typeface="Arial Black"/>
                <a:sym typeface="Arial Black"/>
              </a:rPr>
              <a:t>Características</a:t>
            </a:r>
            <a:r>
              <a:rPr b="0" i="0" lang="es-ES" sz="2500" u="none" strike="noStrike">
                <a:latin typeface="Arial Black"/>
                <a:ea typeface="Arial Black"/>
                <a:cs typeface="Arial Black"/>
                <a:sym typeface="Arial Black"/>
              </a:rPr>
              <a:t>: Optimizados para dispositivos portátiles, se centran en la eficiencia energética y la interfaz táctil. Permiten la ejecución de aplicaciones móviles y son fundamentales para la experiencia del usuario en smartphones y tablets.</a:t>
            </a:r>
            <a:endParaRPr sz="25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b="1" i="0" lang="es-ES">
                <a:latin typeface="Roboto"/>
                <a:ea typeface="Roboto"/>
                <a:cs typeface="Roboto"/>
                <a:sym typeface="Roboto"/>
              </a:rPr>
              <a:t>SISTEMAS OPERATIVOS DE TIEMPO REAL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Características</a:t>
            </a:r>
            <a:r>
              <a:rPr b="0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: Diseñados para aplicaciones donde el tiempo de respuesta es crítico, como en sistemas médicos o industriales. Estos sistemas garantizan que las operaciones se realicen dentro de un tiempo específico.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b="1" i="0" lang="es-ES">
                <a:latin typeface="Roboto"/>
                <a:ea typeface="Roboto"/>
                <a:cs typeface="Roboto"/>
                <a:sym typeface="Roboto"/>
              </a:rPr>
              <a:t>SISTEMAS OPERATIVOS DE RED</a:t>
            </a:r>
            <a:endParaRPr/>
          </a:p>
        </p:txBody>
      </p:sp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Características</a:t>
            </a:r>
            <a:r>
              <a:rPr b="0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: Permiten la gestión de recursos en una red, facilitando la comunicación y el intercambio de datos entre múltiples computadoras. 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b="1" i="0" lang="es-ES">
                <a:latin typeface="Roboto"/>
                <a:ea typeface="Roboto"/>
                <a:cs typeface="Roboto"/>
                <a:sym typeface="Roboto"/>
              </a:rPr>
              <a:t>SISTEMAS OPERATIVOS EMBEBIDOS</a:t>
            </a:r>
            <a:endParaRPr/>
          </a:p>
        </p:txBody>
      </p:sp>
      <p:sp>
        <p:nvSpPr>
          <p:cNvPr id="150" name="Google Shape;150;p9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Características</a:t>
            </a:r>
            <a:r>
              <a:rPr b="0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: Están diseñados para realizar tareas específicas y están integrados en el hardware del dispositivo. Suelen ser más eficientes en términos de recursos.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/>
              <a:t>CARACTERÍSTICAS COMUNES</a:t>
            </a:r>
            <a:endParaRPr/>
          </a:p>
        </p:txBody>
      </p:sp>
      <p:sp>
        <p:nvSpPr>
          <p:cNvPr id="156" name="Google Shape;156;p10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Interfaz de Usuario</a:t>
            </a:r>
            <a:r>
              <a:rPr b="0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: Pueden ser gráficas (GUI) o de línea de comandos (CLI), facilitando la interacción del usuario con el sistema.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Gestión de Recursos</a:t>
            </a:r>
            <a:r>
              <a:rPr b="0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: Administran la CPU, la memoria, y los dispositivos de entrada/salida, asegurando que las aplicaciones funcionen de manera eficiente</a:t>
            </a:r>
            <a:r>
              <a:rPr lang="es-ES">
                <a:latin typeface="Arial Black"/>
                <a:ea typeface="Arial Black"/>
                <a:cs typeface="Arial Black"/>
                <a:sym typeface="Arial Black"/>
              </a:rPr>
              <a:t>.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t/>
            </a:r>
            <a:endParaRPr/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Multitarea</a:t>
            </a:r>
            <a:r>
              <a:rPr b="0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: Permiten la ejecución simultánea de múltiples procesos, mejorando la productividad.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1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Seguridad</a:t>
            </a:r>
            <a:r>
              <a:rPr b="0" i="0" lang="es-ES" u="none" strike="noStrike">
                <a:latin typeface="Arial Black"/>
                <a:ea typeface="Arial Black"/>
                <a:cs typeface="Arial Black"/>
                <a:sym typeface="Arial Black"/>
              </a:rPr>
              <a:t>: Proporcionan mecanismos para proteger los datos y recursos del sistema contra accesos no autorizados.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0" i="0" lang="es-ES">
                <a:latin typeface="Arial Black"/>
                <a:ea typeface="Arial Black"/>
                <a:cs typeface="Arial Black"/>
                <a:sym typeface="Arial Black"/>
              </a:rPr>
              <a:t>Estos tipos de sistemas operativos y sus características son fundamentales para el funcionamiento de dispositivos tecnológicos en diversas aplicaciones y entornos.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>
            <p:ph type="title"/>
          </p:nvPr>
        </p:nvSpPr>
        <p:spPr>
          <a:xfrm>
            <a:off x="1451579" y="840709"/>
            <a:ext cx="96033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ill Sans"/>
              <a:buNone/>
            </a:pPr>
            <a:r>
              <a:rPr lang="es-ES"/>
              <a:t>CONCLUSIÓN</a:t>
            </a:r>
            <a:endParaRPr/>
          </a:p>
        </p:txBody>
      </p:sp>
      <p:sp>
        <p:nvSpPr>
          <p:cNvPr id="168" name="Google Shape;168;p12"/>
          <p:cNvSpPr txBox="1"/>
          <p:nvPr>
            <p:ph idx="1" type="body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0" i="0" lang="es-ES">
                <a:latin typeface="Arial Black"/>
                <a:ea typeface="Arial Black"/>
                <a:cs typeface="Arial Black"/>
                <a:sym typeface="Arial Black"/>
              </a:rPr>
              <a:t>En conclusión, los sistemas operativos no solo son esenciales para el funcionamiento de las computadoras, sino que también son cruciales para el desarrollo de nuevas tecnologías y aplicaciones que mejoran nuestra vida diaria. Su estudio y comprensión son fundamentales para cualquier persona interesada en la informática y la tecnología de la información.</a:t>
            </a:r>
            <a:endParaRPr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lería">
  <a:themeElements>
    <a:clrScheme name="Galería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2026-02-17T19:58:52Z</dcterms:created>
  <dc:creator>Diego</dc:creator>
</cp:coreProperties>
</file>