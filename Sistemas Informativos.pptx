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7175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7434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8258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8442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6258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32978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1363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6204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6179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30780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38339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948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91438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72134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45435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02651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147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1A5485-9756-4134-8730-9A8BE9C12B7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DA694-9352-4C23-851E-59A22D9A8F2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17746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bing.com/ck/a?!&amp;&amp;p=6ab6c3ee0caa32a595f1e600a9a256596dff1432e4365dc3337a997c2c4420a9JmltdHM9MTc3MTIwMDAwMA&amp;ptn=3&amp;ver=2&amp;hsh=4&amp;fclid=3b96f995-c874-6206-0229-ef6ac96e632a&amp;psq=sistemas+operativos+caracter%c3%adsticas&amp;u=a1aHR0cHM6Ly9pdHNxbWV0LmVkdS5lYy9zaXN0ZW1hcy1vcGVyYXRpdm9zLw&amp;ntb=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ck/a?!&amp;&amp;p=6097ce4ff91afa8952aff57e6eaef3368022e4047e81e414dfc25b6f81800d93JmltdHM9MTc3MTI4NjQwMA&amp;ptn=3&amp;ver=2&amp;hsh=4&amp;fclid=3b96f995-c874-6206-0229-ef6ac96e632a&amp;psq=ventajas+y+desventajas+de+sistemas+operativos&amp;u=a1aHR0cHM6Ly9vbmVtYXJrZXRpbmcuZXMvdmVudGFqYXMteS1kZXN2ZW50YWphcy1kZS1sb3Mtc2lzdGVtYXMtb3BlcmF0aXZvcy8&amp;ntb=1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68473-B91A-4DC3-BF0C-E5A739EF0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Sistemas Informativos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267CBF-8F8D-4142-BBE1-5D7AB48A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8500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E645C-2424-4922-8B4B-2EE115F9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Que son los sistemas informativos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E39382-BCC6-4869-B9B2-E3CDBE938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0" i="0" u="none" strike="noStrike" dirty="0">
                <a:effectLst/>
                <a:latin typeface="Roboto"/>
              </a:rPr>
              <a:t>Un </a:t>
            </a:r>
            <a:r>
              <a:rPr lang="es-ES" sz="1600" b="1" i="0" u="none" strike="noStrike" dirty="0">
                <a:effectLst/>
                <a:latin typeface="Roboto"/>
              </a:rPr>
              <a:t>sistema operativo (SO)</a:t>
            </a:r>
            <a:r>
              <a:rPr lang="es-ES" sz="1600" b="0" i="0" u="none" strike="noStrike" dirty="0">
                <a:effectLst/>
                <a:latin typeface="Roboto"/>
              </a:rPr>
              <a:t> es el software fundamental que coordina y dirige todos los servicios y aplicaciones que utiliza un usuario en una computadora o dispositivo electrónico, actuando como intermediario entre el hardware y los programas de aplicación. Su función principal es </a:t>
            </a:r>
            <a:r>
              <a:rPr lang="es-ES" sz="1600" b="1" i="0" u="none" strike="noStrike" dirty="0">
                <a:effectLst/>
                <a:latin typeface="Roboto"/>
              </a:rPr>
              <a:t>administrar los recursos del sistema</a:t>
            </a:r>
            <a:r>
              <a:rPr lang="es-ES" sz="1600" b="0" i="0" u="none" strike="noStrike" dirty="0">
                <a:effectLst/>
                <a:latin typeface="Roboto"/>
              </a:rPr>
              <a:t>, como la memoria, la CPU, los dispositivos de entrada/salida y el almacenamiento de archivos, garantizando que las aplicaciones funcionen correctamente</a:t>
            </a:r>
            <a:r>
              <a:rPr lang="es-ES" sz="1800" b="0" i="0" u="none" strike="noStrike" dirty="0">
                <a:effectLst/>
                <a:latin typeface="Roboto"/>
              </a:rPr>
              <a:t>.</a:t>
            </a:r>
          </a:p>
          <a:p>
            <a:pPr marL="0" indent="0">
              <a:buNone/>
            </a:pPr>
            <a:endParaRPr lang="es-SV" sz="1800" dirty="0">
              <a:latin typeface="Webdings" panose="05030102010509060703" pitchFamily="18" charset="2"/>
            </a:endParaRPr>
          </a:p>
        </p:txBody>
      </p:sp>
      <p:pic>
        <p:nvPicPr>
          <p:cNvPr id="1026" name="Picture 2" descr="¿Qué Es Un Sistema Operativo?, Introduccion Y Funciones De Los ...">
            <a:extLst>
              <a:ext uri="{FF2B5EF4-FFF2-40B4-BE49-F238E27FC236}">
                <a16:creationId xmlns:a16="http://schemas.microsoft.com/office/drawing/2014/main" id="{5188C30D-4B03-42C0-9965-2334F5766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3429000"/>
            <a:ext cx="42862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83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3CAAA-E6B1-4158-8218-96C41104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caracteristicas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8D47E-D53B-4238-9317-1005DDFBB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1.Intermediario entre usuario y hardware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El sistema operativo permite que el usuario interactúe con los componentes físicos del dispositivo, gestionando las operaciones de entrada y salida.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2.Gestión de recursos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Administra los recursos del sistema, como la CPU, la memoria, y los dispositivos periféricos, asegurando un uso eficiente y equilibrado.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2050" name="Picture 2" descr="Sistemas Operativos: Características del Sistema Operativo">
            <a:extLst>
              <a:ext uri="{FF2B5EF4-FFF2-40B4-BE49-F238E27FC236}">
                <a16:creationId xmlns:a16="http://schemas.microsoft.com/office/drawing/2014/main" id="{8CA433B6-9E44-4914-A364-7381DF05F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027" y="4150658"/>
            <a:ext cx="3686661" cy="246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27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C9D6B-822A-4D80-A69F-4D3E63E1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D866E0-0BA3-4BA8-9765-71D74A8F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3.</a:t>
            </a: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Seguridad y protección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Implementa mecanismos de seguridad para proteger los datos y recursos del sistema contra accesos no autorizados y daños. 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4.Interfaz de usuario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Proporciona una interfaz gráfica (GUI) o de línea de comandos (CLI) que facilita la interacción del usuario con el sistema y las aplicaciones</a:t>
            </a:r>
            <a:r>
              <a:rPr lang="es-ES" dirty="0">
                <a:latin typeface="Arial Black" panose="020B0A04020102020204" pitchFamily="34" charset="0"/>
              </a:rPr>
              <a:t>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7EF27D-146C-42F4-850F-B1680AE4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65" y="4252633"/>
            <a:ext cx="28194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51C6B-AADC-421B-9F5D-62C8F667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86BA3-75F0-42BE-8F9D-57177B4E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5.Multitarea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Permite la ejecución simultánea de múltiples procesos, lo que mejora la eficiencia y la productividad del usuario. </a:t>
            </a:r>
          </a:p>
          <a:p>
            <a:pPr marL="0" indent="0" algn="l">
              <a:buNone/>
            </a:pP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6.Actualizaciones constantes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Los sistemas operativos se actualizan regularmente para adaptarse a nuevas necesidades y mejorar la seguridad y funcionalidad.</a:t>
            </a:r>
          </a:p>
          <a:p>
            <a:pPr marL="0" indent="0" algn="l">
              <a:buNone/>
            </a:pPr>
            <a:endParaRPr lang="es-ES" b="0" i="0" u="sng" dirty="0">
              <a:solidFill>
                <a:srgbClr val="3C51B4"/>
              </a:solidFill>
              <a:effectLst/>
              <a:latin typeface="Arial Black" panose="020B0A04020102020204" pitchFamily="34" charset="0"/>
              <a:hlinkClick r:id="rId2"/>
            </a:endParaRPr>
          </a:p>
          <a:p>
            <a:pPr marL="0" indent="0" algn="l">
              <a:buNone/>
            </a:pPr>
            <a:endParaRPr lang="es-ES" b="0" i="0" u="sng" dirty="0">
              <a:solidFill>
                <a:srgbClr val="3C51B4"/>
              </a:solidFill>
              <a:effectLst/>
              <a:latin typeface="Roboto"/>
              <a:hlinkClick r:id="rId2"/>
            </a:endParaRPr>
          </a:p>
          <a:p>
            <a:br>
              <a:rPr lang="es-ES" dirty="0"/>
            </a:br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DECA22-1B47-4948-8264-F53F893A6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141" y="3881997"/>
            <a:ext cx="3267635" cy="183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8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03743-DB48-4C64-9313-0C73D0A5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997B17-FDB8-40FC-A2B9-8B1719665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7.Compatibilidad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Los sistemas operativos son diseñados para funcionar en diferentes tipos de hardware, lo que permite su uso en diversas plataformas, desde computadoras hasta dispositivos móviles.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8.Licencia de uso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La mayoría de los sistemas operativos requieren una licencia para su uso, lo que puede incluir costos asociados.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F4058D-C854-49E7-B5A7-548FCEBE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82" y="4150658"/>
            <a:ext cx="22479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8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FEEB4-5E82-40ED-908D-F9A6275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elementos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E0177F-FDE4-4B54-B53E-07938CBD7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Arial Black" panose="020B0A04020102020204" pitchFamily="34" charset="0"/>
              </a:rPr>
              <a:t>Gestor de procesos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Controla la ejecución de programas y permite la multitarea.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Arial Black" panose="020B0A04020102020204" pitchFamily="34" charset="0"/>
              </a:rPr>
              <a:t>Gestor de memoria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Administra la memoria RAM, asignando espacio a las aplicaciones en uso.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Arial Black" panose="020B0A04020102020204" pitchFamily="34" charset="0"/>
              </a:rPr>
              <a:t>Gestor de archivos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Facilita el almacenamiento, recuperación y organización de datos en dispositivos.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F10F66-3164-4850-8F70-00AE1D4F6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570" y="4262158"/>
            <a:ext cx="27146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6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51954-D23A-424E-BAF4-F99902AB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BDA3B-1DA5-426E-B4C2-ED490E351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Interfaz de usuario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Proporciona un medio para interactuar con el sistema, ya sea a través de comandos o gráficamente.</a:t>
            </a:r>
          </a:p>
          <a:p>
            <a:r>
              <a:rPr lang="es-ES" b="1" i="0" dirty="0">
                <a:effectLst/>
                <a:latin typeface="Arial Black" panose="020B0A04020102020204" pitchFamily="34" charset="0"/>
              </a:rPr>
              <a:t>Administración de recursos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Coordina todos los componentes del hardware y software.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9D9D5F-93BA-428C-AD38-0658C61FD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722" y="3562349"/>
            <a:ext cx="285304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7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28914-2BEE-4B6D-9FCE-BD38CE5D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D4791B-C12D-4BB5-B3D9-2F9BE21BE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Arial Black" panose="020B0A04020102020204" pitchFamily="34" charset="0"/>
              </a:rPr>
              <a:t>Control de acceso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Regula quién puede acceder a qué recursos, garantizando seguridad.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Arial Black" panose="020B0A04020102020204" pitchFamily="34" charset="0"/>
              </a:rPr>
              <a:t>Comunicación entre procesos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: Permite que diferentes aplicaciones se comuniquen entre sí sin problemas.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Manejo de errores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Detecta y responde a problemas que pueden surgir durante la operación.</a:t>
            </a:r>
            <a:endParaRPr lang="es-ES" b="0" i="0" dirty="0">
              <a:effectLst/>
              <a:latin typeface="Arial Black" panose="020B0A04020102020204" pitchFamily="34" charset="0"/>
            </a:endParaRPr>
          </a:p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36D125-2E57-4635-B7E2-7609CD69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111" y="3849221"/>
            <a:ext cx="24574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0ABDE-97CB-4DFC-88B7-CE04E079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tipos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B5D945-6D55-48C9-9A30-2C760857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Sistemas operativos de escritorio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Diseñados para computadoras personales, como Windows y macOS, que permiten la multitarea y la gestión de múltiples aplicaciones.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Sistemas operativos móviles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Optimizados para dispositivos como smartphones y tabletas, como Android e iOS, que ofrecen interfaces gráficas y aplicaciones personalizadas.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0982CE-535D-46B7-A77F-AB9B3A705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56" y="4150658"/>
            <a:ext cx="24288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0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B7016-549F-4E60-89BC-6A1304FD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A666C0-E7BD-4239-9ED4-F4C3BC16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Sistemas operativos de servidores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Especialmente diseñados para gestionar y ofrecer servicios a otros equipos, como Linux Server y Windows Server.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Sistemas operativos embebidos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Integrados en dispositivos que no son computadoras tradicionales, como electrodomésticos y automóviles, que requieren un control preciso y eficiente</a:t>
            </a:r>
            <a:r>
              <a:rPr lang="es-ES" dirty="0">
                <a:latin typeface="Arial Black" panose="020B0A04020102020204" pitchFamily="34" charset="0"/>
              </a:rPr>
              <a:t>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2A3818-054F-4D63-80E3-E94D753B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207" y="4150658"/>
            <a:ext cx="31337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9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FEC3D-6029-4B81-8C55-59C0A8BF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FD3E9-CC04-45AC-810C-EC889167D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Características generales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Los sistemas operativos gestionan recursos del hardware, permiten la ejecución de aplicaciones, ofrecen interfaces de usuario y pueden ser multitarea o monotarea, dependiendo de su diseño.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C47CB6-7826-425A-9EBC-E00C4458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70" y="3431520"/>
            <a:ext cx="4472548" cy="284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2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D329-1E35-4E76-A3A5-92D56A35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partes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DB427-EC88-4E3A-9B66-DC1351FD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Núcleo (</a:t>
            </a:r>
            <a:r>
              <a:rPr lang="es-ES" b="1" i="0" u="none" strike="noStrike" dirty="0" err="1">
                <a:effectLst/>
                <a:latin typeface="Arial Black" panose="020B0A04020102020204" pitchFamily="34" charset="0"/>
              </a:rPr>
              <a:t>Kernel</a:t>
            </a: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)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Es el componente central que gestiona los recursos del sistema y la comunicación entre hardware y software.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Interfaz de usuario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Permite la interacción entre el usuario y el sistema operativo. 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Controladores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Son programas que permiten que el sistema operativo se comunique con el hardware. 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12290" name="Picture 2" descr="Sistema operativo: qué es, cómo funciona, partes y tipos de SO">
            <a:extLst>
              <a:ext uri="{FF2B5EF4-FFF2-40B4-BE49-F238E27FC236}">
                <a16:creationId xmlns:a16="http://schemas.microsoft.com/office/drawing/2014/main" id="{B09B3701-D0EF-444D-A514-EC04A7191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403" y="4273987"/>
            <a:ext cx="3007938" cy="206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076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B9AD4-8871-41E6-8284-FB4FF7D41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AD15F-022A-43DF-9BEF-AC736130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Sistema de archivos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Organiza y gestiona el almacenamiento de datos en el dispositivo.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Servicios del sistema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Proporcionan funciones adicionales y facilitan la ejecución de aplicaciones.</a:t>
            </a:r>
          </a:p>
          <a:p>
            <a:endParaRPr lang="es-SV" dirty="0">
              <a:latin typeface="Arial Black" panose="020B0A04020102020204" pitchFamily="34" charset="0"/>
            </a:endParaRPr>
          </a:p>
        </p:txBody>
      </p:sp>
      <p:pic>
        <p:nvPicPr>
          <p:cNvPr id="13314" name="Picture 2" descr="¿Qué es un Sistema Operativo?">
            <a:extLst>
              <a:ext uri="{FF2B5EF4-FFF2-40B4-BE49-F238E27FC236}">
                <a16:creationId xmlns:a16="http://schemas.microsoft.com/office/drawing/2014/main" id="{4C1BC993-5CF2-42E4-8FE8-DB72A304D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538" y="3429000"/>
            <a:ext cx="5024344" cy="320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23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33E97-B997-4257-8F97-5FE26078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8EA288-2D58-44B1-B0B8-6088264C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0" i="0" dirty="0">
                <a:effectLst/>
                <a:latin typeface="Arial Black" panose="020B0A04020102020204" pitchFamily="34" charset="0"/>
              </a:rPr>
              <a:t>En resumen, el sistema operativo es el </a:t>
            </a:r>
            <a:r>
              <a:rPr lang="es-ES" b="1" i="0" dirty="0">
                <a:effectLst/>
                <a:latin typeface="Arial Black" panose="020B0A04020102020204" pitchFamily="34" charset="0"/>
              </a:rPr>
              <a:t>corazón de cualquier computadora o dispositivo</a:t>
            </a:r>
            <a:r>
              <a:rPr lang="es-ES" b="0" i="0" dirty="0">
                <a:effectLst/>
                <a:latin typeface="Arial Black" panose="020B0A04020102020204" pitchFamily="34" charset="0"/>
              </a:rPr>
              <a:t>, facilitando la interacción del usuario con el hardware y asegurando que los programas se ejecuten correctamente y de manera eficiente.</a:t>
            </a:r>
            <a:endParaRPr lang="es-SV" b="0" i="0" dirty="0">
              <a:effectLst/>
              <a:latin typeface="Arial Black" panose="020B0A04020102020204" pitchFamily="34" charset="0"/>
            </a:endParaRPr>
          </a:p>
          <a:p>
            <a:endParaRPr lang="es-ES" b="0" i="0" dirty="0">
              <a:effectLst/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765762-02F4-4726-8F8A-6ECE4BA2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34" y="3547502"/>
            <a:ext cx="4695265" cy="267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32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28298-090E-478B-92CD-5B602653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Ventajas y 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8E576D-7381-4C3C-A624-E2149C27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Ventajas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1.Interfaz de Usuario Amigable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Los sistemas operativos modernos ofrecen interfaces intuitivas que facilitan la interacción del usuario con el dispositivo, permitiendo a personas de todas las edades y habilidades utilizarlos sin dificultad.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2.Gestión de Recursos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Los sistemas operativos gestionan eficientemente los recursos del hardware, como la memoria RAM y la CPU, asegurando que se utilicen de manera óptima.</a:t>
            </a:r>
            <a:endParaRPr lang="es-SV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400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7610-28A2-44CC-8960-2F7FE044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2DD7F3-3C50-4200-B773-A40EB80C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3.Compatibilidad de Software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Permiten la instalación y ejecución de una amplia variedad de aplicaciones, lo que amplía las capacidades del dispositivo. 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4.Seguridad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Muchos sistemas operativos incluyen características de seguridad avanzadas, como firewalls y actualizaciones regulares, para proteger la información del usuario contra amenazas cibernéticas. 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5.Personalización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Algunos sistemas operativos, como Linux, permiten una gran personalización, lo que permite a los usuarios adaptar el sistema a sus necesidades específicas</a:t>
            </a:r>
            <a:r>
              <a:rPr lang="es-ES" dirty="0">
                <a:latin typeface="Arial Black" panose="020B0A04020102020204" pitchFamily="34" charset="0"/>
              </a:rPr>
              <a:t>.</a:t>
            </a:r>
            <a:endParaRPr lang="es-SV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066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1941E-EFDE-46A8-9291-2D6BF802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028741-E14C-4B06-A254-06A3CB897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s-ES" b="1" dirty="0">
                <a:latin typeface="Arial Black" panose="020B0A04020102020204" pitchFamily="34" charset="0"/>
              </a:rPr>
              <a:t>1.Vulnerabilidad a Virus y Malware</a:t>
            </a:r>
            <a:r>
              <a:rPr lang="es-ES" dirty="0">
                <a:latin typeface="Arial Black" panose="020B0A04020102020204" pitchFamily="34" charset="0"/>
              </a:rPr>
              <a:t>: Los sistemas operativos populares, como Windows, son más susceptibles a ataques de virus y malware, lo que puede comprometer la seguridad de los datos del usuario. </a:t>
            </a:r>
            <a:endParaRPr lang="es-ES" u="sng" dirty="0">
              <a:solidFill>
                <a:srgbClr val="3C51B4"/>
              </a:solidFill>
              <a:latin typeface="Arial Black" panose="020B0A04020102020204" pitchFamily="34" charset="0"/>
            </a:endParaRPr>
          </a:p>
          <a:p>
            <a:pPr marL="0" indent="0" algn="l">
              <a:buNone/>
            </a:pPr>
            <a:endParaRPr lang="es-ES" u="sng" dirty="0">
              <a:solidFill>
                <a:srgbClr val="3C51B4"/>
              </a:solidFill>
              <a:latin typeface="Roboto"/>
            </a:endParaRPr>
          </a:p>
          <a:p>
            <a:pPr marL="0" indent="0" algn="l">
              <a:buNone/>
            </a:pPr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2.Dependencia del Hardware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: Algunos sistemas operativos están diseñados para funcionar con hardware específico, lo que puede limitar su compatibilidad y requerir actualizaciones costosas. </a:t>
            </a:r>
            <a:endParaRPr lang="es-ES" b="0" i="0" dirty="0">
              <a:effectLst/>
              <a:latin typeface="Arial Black" panose="020B0A04020102020204" pitchFamily="34" charset="0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2382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FEEC-F53A-4F0B-BCF5-23CFC83E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E41CF-73F5-4AA3-AFCE-B69609CD8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b="1" i="0" u="none" strike="noStrike" dirty="0">
                <a:effectLst/>
                <a:latin typeface="Arial Black" panose="020B0A04020102020204" pitchFamily="34" charset="0"/>
              </a:rPr>
              <a:t>3.Costo:</a:t>
            </a:r>
            <a:r>
              <a:rPr lang="es-SV" b="0" i="0" u="none" strike="noStrike" dirty="0">
                <a:effectLst/>
                <a:latin typeface="Arial Black" panose="020B0A04020102020204" pitchFamily="34" charset="0"/>
              </a:rPr>
              <a:t> Algunos sistemas operativos comerciales, como Windows o macOS, pueden ser costosos, especialmente al actualizar versiones o adquirir licencias. 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4.Requerimientos de hardware: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 Sistemas operativos modernos pueden necesitar recursos elevados, lo que limita su uso en equipos antiguos o con poca capacidad.</a:t>
            </a:r>
          </a:p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5.Problemas de compatibilidad: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 Algunos programas o dispositivos pueden no ser compatibles con ciertos sistemas operativos, restringiendo su funcionalidad.</a:t>
            </a:r>
            <a:endParaRPr lang="es-SV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6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10FDF-2723-4ADF-BD3C-BBEE7A2A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96A271-85BE-4173-A4C1-F36FAE45E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6.Mantenimiento y actualizaciones: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 Requieren actualizaciones periódicas para corregir errores y mejorar la seguridad, lo que puede resultar molesto para algunos usuarios.</a:t>
            </a:r>
          </a:p>
          <a:p>
            <a:pPr algn="l"/>
            <a:r>
              <a:rPr lang="es-ES" b="1" dirty="0">
                <a:latin typeface="Arial Black" panose="020B0A04020102020204" pitchFamily="34" charset="0"/>
              </a:rPr>
              <a:t>7.</a:t>
            </a:r>
            <a:r>
              <a:rPr lang="es-ES" b="1" u="none" strike="noStrike" dirty="0">
                <a:effectLst/>
                <a:latin typeface="Arial Black" panose="020B0A04020102020204" pitchFamily="34" charset="0"/>
              </a:rPr>
              <a:t>Vulnerabilidad a ataques:</a:t>
            </a:r>
            <a:r>
              <a:rPr lang="es-ES" u="none" strike="noStrike" dirty="0">
                <a:effectLst/>
                <a:latin typeface="Arial Black" panose="020B0A04020102020204" pitchFamily="34" charset="0"/>
              </a:rPr>
              <a:t> A pesar de las medidas de seguridad, los sistemas operativos pueden ser blanco de virus, malware o ataques cibernéticos. </a:t>
            </a:r>
          </a:p>
          <a:p>
            <a:pPr algn="l"/>
            <a:r>
              <a:rPr lang="es-ES" b="1" i="0" u="none" strike="noStrike" dirty="0">
                <a:effectLst/>
                <a:latin typeface="Arial Black" panose="020B0A04020102020204" pitchFamily="34" charset="0"/>
              </a:rPr>
              <a:t>8.Curva de aprendizaje:</a:t>
            </a:r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 Algunos sistemas operativos, especialmente los de código abierto, pueden ser difíciles de usar para usuarios inexpertos</a:t>
            </a:r>
            <a:r>
              <a:rPr lang="es-ES" b="0" i="0" dirty="0">
                <a:latin typeface="Arial Black" panose="020B0A04020102020204" pitchFamily="34" charset="0"/>
              </a:rPr>
              <a:t>.</a:t>
            </a:r>
            <a:endParaRPr lang="es-ES" b="0" i="0" u="sng" dirty="0">
              <a:solidFill>
                <a:srgbClr val="3C51B4"/>
              </a:solidFill>
              <a:effectLst/>
              <a:latin typeface="Arial Black" panose="020B0A04020102020204" pitchFamily="34" charset="0"/>
              <a:hlinkClick r:id="rId2"/>
            </a:endParaRPr>
          </a:p>
          <a:p>
            <a:br>
              <a:rPr lang="es-ES" b="0" i="0" u="sng" dirty="0">
                <a:solidFill>
                  <a:srgbClr val="3C51B4"/>
                </a:solidFill>
                <a:effectLst/>
                <a:latin typeface="Roboto"/>
                <a:hlinkClick r:id="rId2"/>
              </a:rPr>
            </a:b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565707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3F2FF-9155-46DC-AF42-77FC71A0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6A6EF-CB24-412D-8998-4BFAEA35B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b="1" dirty="0">
                <a:effectLst/>
                <a:latin typeface="Roboto"/>
              </a:rPr>
              <a:t>Consideraciones finales</a:t>
            </a:r>
          </a:p>
          <a:p>
            <a:pPr algn="l"/>
            <a:r>
              <a:rPr lang="es-ES" b="0" i="0" u="none" strike="noStrike" dirty="0">
                <a:effectLst/>
                <a:latin typeface="Arial Black" panose="020B0A04020102020204" pitchFamily="34" charset="0"/>
              </a:rPr>
              <a:t>La elección de un sistema operativo depende de las necesidades del usuario, el tipo de dispositivo y el nivel de experiencia. Windows y macOS destacan por su facilidad de uso y compatibilidad, Linux por su personalización y gratuidad, mientras que Android e iOS dominan el ámbito móvil con interfaces intuitivas y ecosistemas integrados. Conocer estas ventajas y desventajas permite tomar decisiones informadas y optimizar el rendimiento y la seguridad de los dispositivos.</a:t>
            </a:r>
            <a:endParaRPr lang="es-ES" b="0" i="0" dirty="0">
              <a:effectLst/>
              <a:latin typeface="Arial Black" panose="020B0A04020102020204" pitchFamily="34" charset="0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037472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A7AD0-A99F-47A6-8AC9-ACC098B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 </a:t>
            </a:r>
            <a:r>
              <a:rPr lang="es-SV" dirty="0" err="1"/>
              <a:t>world</a:t>
            </a:r>
            <a:r>
              <a:rPr lang="es-SV" dirty="0"/>
              <a:t> saldrá presentación</a:t>
            </a:r>
            <a:br>
              <a:rPr lang="es-SV" dirty="0"/>
            </a:b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1FE05-71DA-4FCE-8A38-DC179C289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1. representación sobre diseños de sistemas informáticos roles ventajas desventajas.</a:t>
            </a:r>
          </a:p>
          <a:p>
            <a:r>
              <a:rPr lang="es-SV" dirty="0"/>
              <a:t>A) rol que desempeña el analista de diseño de sistema</a:t>
            </a:r>
          </a:p>
          <a:p>
            <a:r>
              <a:rPr lang="es-SV" dirty="0"/>
              <a:t>B) tipos de sistemas</a:t>
            </a:r>
          </a:p>
          <a:p>
            <a:endParaRPr lang="es-SV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493839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1415</TotalTime>
  <Words>1189</Words>
  <Application>Microsoft Office PowerPoint</Application>
  <PresentationFormat>Panorámica</PresentationFormat>
  <Paragraphs>62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Century Gothic</vt:lpstr>
      <vt:lpstr>Roboto</vt:lpstr>
      <vt:lpstr>Webdings</vt:lpstr>
      <vt:lpstr>Wingdings 3</vt:lpstr>
      <vt:lpstr>Ion</vt:lpstr>
      <vt:lpstr>Sistemas Informativos</vt:lpstr>
      <vt:lpstr>Que son los sistemas informativos</vt:lpstr>
      <vt:lpstr>caracteristicas</vt:lpstr>
      <vt:lpstr>Presentación de PowerPoint</vt:lpstr>
      <vt:lpstr>Presentación de PowerPoint</vt:lpstr>
      <vt:lpstr>Presentación de PowerPoint</vt:lpstr>
      <vt:lpstr>elementos</vt:lpstr>
      <vt:lpstr>Presentación de PowerPoint</vt:lpstr>
      <vt:lpstr>Presentación de PowerPoint</vt:lpstr>
      <vt:lpstr>tipos</vt:lpstr>
      <vt:lpstr>Presentación de PowerPoint</vt:lpstr>
      <vt:lpstr>Presentación de PowerPoint</vt:lpstr>
      <vt:lpstr>partes</vt:lpstr>
      <vt:lpstr>Presentación de PowerPoint</vt:lpstr>
      <vt:lpstr>conclusión</vt:lpstr>
      <vt:lpstr>Ventajas y desventajas</vt:lpstr>
      <vt:lpstr>Presentación de PowerPoint</vt:lpstr>
      <vt:lpstr>desventajas</vt:lpstr>
      <vt:lpstr>Presentación de PowerPoint</vt:lpstr>
      <vt:lpstr>Presentación de PowerPoint</vt:lpstr>
      <vt:lpstr>Presentación de PowerPoint</vt:lpstr>
      <vt:lpstr>De world saldrá presentación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Informativos</dc:title>
  <dc:creator>Diego</dc:creator>
  <cp:lastModifiedBy>Diego</cp:lastModifiedBy>
  <cp:revision>5</cp:revision>
  <dcterms:created xsi:type="dcterms:W3CDTF">2026-02-16T12:54:45Z</dcterms:created>
  <dcterms:modified xsi:type="dcterms:W3CDTF">2026-02-17T15:46:45Z</dcterms:modified>
</cp:coreProperties>
</file>