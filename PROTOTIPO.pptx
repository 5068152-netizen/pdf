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58A-2F06-4D53-8AEC-D87EB8F12BA1}" type="datetimeFigureOut">
              <a:rPr lang="es-SV" smtClean="0"/>
              <a:t>1/6/2026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3EC2-9B16-4F61-8E26-1932A0B3D994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965345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58A-2F06-4D53-8AEC-D87EB8F12BA1}" type="datetimeFigureOut">
              <a:rPr lang="es-SV" smtClean="0"/>
              <a:t>1/6/2026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3EC2-9B16-4F61-8E26-1932A0B3D994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712453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58A-2F06-4D53-8AEC-D87EB8F12BA1}" type="datetimeFigureOut">
              <a:rPr lang="es-SV" smtClean="0"/>
              <a:t>1/6/2026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3EC2-9B16-4F61-8E26-1932A0B3D994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970084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58A-2F06-4D53-8AEC-D87EB8F12BA1}" type="datetimeFigureOut">
              <a:rPr lang="es-SV" smtClean="0"/>
              <a:t>1/6/2026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3EC2-9B16-4F61-8E26-1932A0B3D994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126959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58A-2F06-4D53-8AEC-D87EB8F12BA1}" type="datetimeFigureOut">
              <a:rPr lang="es-SV" smtClean="0"/>
              <a:t>1/6/2026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3EC2-9B16-4F61-8E26-1932A0B3D994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419283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58A-2F06-4D53-8AEC-D87EB8F12BA1}" type="datetimeFigureOut">
              <a:rPr lang="es-SV" smtClean="0"/>
              <a:t>1/6/2026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3EC2-9B16-4F61-8E26-1932A0B3D994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93671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58A-2F06-4D53-8AEC-D87EB8F12BA1}" type="datetimeFigureOut">
              <a:rPr lang="es-SV" smtClean="0"/>
              <a:t>1/6/2026</a:t>
            </a:fld>
            <a:endParaRPr lang="es-S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3EC2-9B16-4F61-8E26-1932A0B3D994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250069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58A-2F06-4D53-8AEC-D87EB8F12BA1}" type="datetimeFigureOut">
              <a:rPr lang="es-SV" smtClean="0"/>
              <a:t>1/6/2026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3EC2-9B16-4F61-8E26-1932A0B3D994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920021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58A-2F06-4D53-8AEC-D87EB8F12BA1}" type="datetimeFigureOut">
              <a:rPr lang="es-SV" smtClean="0"/>
              <a:t>1/6/2026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3EC2-9B16-4F61-8E26-1932A0B3D994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633486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58A-2F06-4D53-8AEC-D87EB8F12BA1}" type="datetimeFigureOut">
              <a:rPr lang="es-SV" smtClean="0"/>
              <a:t>1/6/2026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3EC2-9B16-4F61-8E26-1932A0B3D994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446153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58A-2F06-4D53-8AEC-D87EB8F12BA1}" type="datetimeFigureOut">
              <a:rPr lang="es-SV" smtClean="0"/>
              <a:t>1/6/2026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3EC2-9B16-4F61-8E26-1932A0B3D994}" type="slidenum">
              <a:rPr lang="es-SV" smtClean="0"/>
              <a:t>‹Nº›</a:t>
            </a:fld>
            <a:endParaRPr lang="es-SV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3509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58A-2F06-4D53-8AEC-D87EB8F12BA1}" type="datetimeFigureOut">
              <a:rPr lang="es-SV" smtClean="0"/>
              <a:t>1/6/2026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3EC2-9B16-4F61-8E26-1932A0B3D994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747263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58A-2F06-4D53-8AEC-D87EB8F12BA1}" type="datetimeFigureOut">
              <a:rPr lang="es-SV" smtClean="0"/>
              <a:t>1/6/2026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3EC2-9B16-4F61-8E26-1932A0B3D994}" type="slidenum">
              <a:rPr lang="es-SV" smtClean="0"/>
              <a:t>‹Nº›</a:t>
            </a:fld>
            <a:endParaRPr lang="es-SV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1930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58A-2F06-4D53-8AEC-D87EB8F12BA1}" type="datetimeFigureOut">
              <a:rPr lang="es-SV" smtClean="0"/>
              <a:t>1/6/2026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3EC2-9B16-4F61-8E26-1932A0B3D994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3671958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58A-2F06-4D53-8AEC-D87EB8F12BA1}" type="datetimeFigureOut">
              <a:rPr lang="es-SV" smtClean="0"/>
              <a:t>1/6/2026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3EC2-9B16-4F61-8E26-1932A0B3D994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173281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758A-2F06-4D53-8AEC-D87EB8F12BA1}" type="datetimeFigureOut">
              <a:rPr lang="es-SV" smtClean="0"/>
              <a:t>1/6/2026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3EC2-9B16-4F61-8E26-1932A0B3D994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93983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5758A-2F06-4D53-8AEC-D87EB8F12BA1}" type="datetimeFigureOut">
              <a:rPr lang="es-SV" smtClean="0"/>
              <a:t>1/6/2026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5123EC2-9B16-4F61-8E26-1932A0B3D994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29653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24667-E788-41E6-CA52-BAD806BAF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1488"/>
            <a:ext cx="9144000" cy="3038475"/>
          </a:xfrm>
        </p:spPr>
        <p:txBody>
          <a:bodyPr>
            <a:normAutofit/>
          </a:bodyPr>
          <a:lstStyle/>
          <a:p>
            <a:r>
              <a:rPr lang="es-SV" sz="3200" dirty="0"/>
              <a:t>PROTOTIPADO</a:t>
            </a:r>
            <a:br>
              <a:rPr lang="es-SV" sz="3200" dirty="0"/>
            </a:br>
            <a:br>
              <a:rPr lang="es-SV" sz="3200" dirty="0"/>
            </a:br>
            <a:r>
              <a:rPr lang="es-SV" sz="3200" dirty="0"/>
              <a:t> WIREFRAMES</a:t>
            </a:r>
            <a:br>
              <a:rPr lang="es-SV" sz="3200" dirty="0"/>
            </a:br>
            <a:r>
              <a:rPr lang="es-SV" sz="3200" dirty="0"/>
              <a:t>VS MOCKPUS</a:t>
            </a:r>
            <a:br>
              <a:rPr lang="es-SV" sz="3200" dirty="0"/>
            </a:br>
            <a:r>
              <a:rPr lang="es-SV" sz="3200" dirty="0"/>
              <a:t> </a:t>
            </a:r>
            <a:br>
              <a:rPr lang="es-SV" sz="3200" dirty="0"/>
            </a:br>
            <a:r>
              <a:rPr lang="es-SV" sz="3200" dirty="0"/>
              <a:t>HERRAMIENTAS DE GITHUB</a:t>
            </a:r>
          </a:p>
        </p:txBody>
      </p:sp>
    </p:spTree>
    <p:extLst>
      <p:ext uri="{BB962C8B-B14F-4D97-AF65-F5344CB8AC3E}">
        <p14:creationId xmlns:p14="http://schemas.microsoft.com/office/powerpoint/2010/main" val="4245789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53C50-885A-6F7C-0E88-ADDD1F7EA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1C3B34-2456-1E9D-2161-8112B7BB2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397374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s-SV" sz="4300" b="1" dirty="0"/>
              <a:t>El prototipado de software es la creación de versiones preliminares e interactivas de un programa para validar requisitos, probar funcionalidades y obtener retroalimentación antes del desarrollo completo.</a:t>
            </a:r>
          </a:p>
          <a:p>
            <a:pPr marL="0" indent="0">
              <a:buNone/>
            </a:pPr>
            <a:endParaRPr lang="es-SV" sz="4300" dirty="0"/>
          </a:p>
          <a:p>
            <a:pPr marL="0" indent="0">
              <a:buNone/>
            </a:pPr>
            <a:endParaRPr lang="es-SV" sz="4300" dirty="0"/>
          </a:p>
          <a:p>
            <a:pPr marL="0" indent="0">
              <a:buNone/>
            </a:pPr>
            <a:r>
              <a:rPr lang="es-SV" sz="4300" b="1" dirty="0"/>
              <a:t>							Definición</a:t>
            </a:r>
          </a:p>
          <a:p>
            <a:pPr marL="0" indent="0">
              <a:buNone/>
            </a:pPr>
            <a:endParaRPr lang="es-SV" sz="4300" dirty="0"/>
          </a:p>
          <a:p>
            <a:pPr marL="0" indent="0">
              <a:buNone/>
            </a:pPr>
            <a:r>
              <a:rPr lang="es-SV" sz="4300" dirty="0"/>
              <a:t>El </a:t>
            </a:r>
            <a:r>
              <a:rPr lang="es-SV" sz="4300" b="1" dirty="0"/>
              <a:t>prototipado de software</a:t>
            </a:r>
            <a:r>
              <a:rPr lang="es-SV" sz="4300" dirty="0"/>
              <a:t> consiste en desarrollar </a:t>
            </a:r>
            <a:r>
              <a:rPr lang="es-SV" sz="4300" b="1" dirty="0"/>
              <a:t>versiones incompletas o simuladas de un programa</a:t>
            </a:r>
            <a:r>
              <a:rPr lang="es-SV" sz="4300" dirty="0"/>
              <a:t>, que representan algunas de las funcionalidades y características del producto final. Su objetivo principal es permitir que los usuarios, desarrolladores y clientes puedan </a:t>
            </a:r>
            <a:r>
              <a:rPr lang="es-SV" sz="4300" b="1" dirty="0"/>
              <a:t>evaluar, probar y refinar el software</a:t>
            </a:r>
            <a:r>
              <a:rPr lang="es-SV" sz="4300" dirty="0"/>
              <a:t> antes de invertir recursos significativos en su construcción completa.</a:t>
            </a:r>
          </a:p>
          <a:p>
            <a:pPr marL="0" indent="0">
              <a:buNone/>
            </a:pPr>
            <a:endParaRPr lang="es-SV" sz="4300" dirty="0"/>
          </a:p>
          <a:p>
            <a:pPr marL="0" indent="0">
              <a:buNone/>
            </a:pPr>
            <a:r>
              <a:rPr lang="es-SV" sz="4300" b="1" dirty="0"/>
              <a:t>						Funciones y beneficios</a:t>
            </a:r>
          </a:p>
          <a:p>
            <a:pPr marL="0" indent="0">
              <a:buNone/>
            </a:pPr>
            <a:endParaRPr lang="es-SV" sz="4300" dirty="0"/>
          </a:p>
          <a:p>
            <a:pPr marL="0" indent="0">
              <a:buNone/>
            </a:pPr>
            <a:r>
              <a:rPr lang="es-SV" sz="4300" b="1" dirty="0"/>
              <a:t>Validación de requisitos:</a:t>
            </a:r>
            <a:r>
              <a:rPr lang="es-SV" sz="4300" dirty="0"/>
              <a:t> Permite comprobar que el software cumple con las necesidades del usuario y los objetivos del proyecto antes de la implementación final.</a:t>
            </a: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2058364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531B4-3070-E864-A469-1C91B5B9F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6C6AE-5162-7535-47D2-72B7FEF50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s-SV" b="1" dirty="0"/>
              <a:t>Retroalimentación temprana:</a:t>
            </a:r>
            <a:r>
              <a:rPr lang="es-SV" dirty="0"/>
              <a:t> Los prototipos facilitan la obtención de comentarios de usuarios y clientes, ayudando a identificar problemas de usabilidad o funcionalidad de manera anticipada.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Reducción de costos y tiempo:</a:t>
            </a:r>
            <a:r>
              <a:rPr lang="es-SV" dirty="0"/>
              <a:t> Detectar errores en etapas tempranas evita costosas correcciones posteriores y acelera el desarrollo. 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Mejora de la comunicación:</a:t>
            </a:r>
            <a:r>
              <a:rPr lang="es-SV" dirty="0"/>
              <a:t> Sirve como herramienta visual para alinear expectativas entre desarrolladores, clientes y otros stakeholders, reduciendo malentendidos. 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Exploración de diseño:</a:t>
            </a:r>
            <a:r>
              <a:rPr lang="es-SV" dirty="0"/>
              <a:t> Permite probar diferentes enfoques de interfaz, flujos de usuario y funcionalidades antes de decidir la versión final.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						Tipos de prototipos</a:t>
            </a:r>
            <a:endParaRPr lang="es-SV" dirty="0"/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Existen diversas técnicas de prototipado, que pueden variar según el nivel de detalle y la interactividad: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Prototipos de baja fidelidad:</a:t>
            </a:r>
            <a:r>
              <a:rPr lang="es-SV" dirty="0"/>
              <a:t> Bocetos o wireframes que muestran la estructura básica y flujo del software.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Prototipos de alta fidelidad:</a:t>
            </a:r>
            <a:r>
              <a:rPr lang="es-SV" dirty="0"/>
              <a:t> Versiones interactivas que simulan la funcionalidad real y permiten pruebas más precisas con usuarios.</a:t>
            </a:r>
          </a:p>
        </p:txBody>
      </p:sp>
    </p:spTree>
    <p:extLst>
      <p:ext uri="{BB962C8B-B14F-4D97-AF65-F5344CB8AC3E}">
        <p14:creationId xmlns:p14="http://schemas.microsoft.com/office/powerpoint/2010/main" val="4200039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E39DAD-A5AE-7E08-BCC3-7D98A4736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SV" b="1" dirty="0"/>
              <a:t>Prototipos evolutivos:</a:t>
            </a:r>
            <a:r>
              <a:rPr lang="es-SV" dirty="0"/>
              <a:t> Se van refinando progresivamente hasta convertirse en el producto final.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								Conclusión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El </a:t>
            </a:r>
            <a:r>
              <a:rPr lang="es-SV" b="1" dirty="0"/>
              <a:t>prototipado de software</a:t>
            </a:r>
            <a:r>
              <a:rPr lang="es-SV" dirty="0"/>
              <a:t> es una herramienta estratégica en el desarrollo de aplicaciones, ya que </a:t>
            </a:r>
            <a:r>
              <a:rPr lang="es-SV" b="1" dirty="0"/>
              <a:t>reduce riesgos, mejora la experiencia del usuario y optimiza recursos</a:t>
            </a:r>
            <a:r>
              <a:rPr lang="es-SV" dirty="0"/>
              <a:t>. Facilita la toma de decisiones, permite iterar sobre el diseño y asegura que el producto final cumpla con las expectativas de los usuarios y clientes. </a:t>
            </a:r>
          </a:p>
          <a:p>
            <a:pPr marL="0" indent="0">
              <a:buNone/>
            </a:pP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981638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01B9D7-A8C2-6E95-509C-A127D50F0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SV" b="1" dirty="0"/>
              <a:t>						WIREFRAMES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Los wireframes son planos visuales simplificados de una interfaz digital que delinean la estructura, el diseño y la funcionalidad sin centrarse en los detalles del diseño visual .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Los wireframes sirven como </a:t>
            </a:r>
            <a:r>
              <a:rPr lang="es-SV" b="1" dirty="0"/>
              <a:t>el esqueleto de una página web, aplicación o interfaz de software</a:t>
            </a:r>
            <a:r>
              <a:rPr lang="es-SV" dirty="0"/>
              <a:t>, mostrando la ubicación de elementos clave como cabeceras, menús de navegación, botones y bloquea contenido mientras omiten colores, fuentes e imágenes. 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Se utilizan al principio del proceso de diseño para </a:t>
            </a:r>
            <a:r>
              <a:rPr lang="es-SV" b="1" dirty="0"/>
              <a:t>clarificar estructuras, planificar flujos de usuarios y comunicar ideas</a:t>
            </a:r>
            <a:r>
              <a:rPr lang="es-SV" dirty="0"/>
              <a:t> a partes interesadas, diseñadores y desarrolladores. 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Al centrarse en la funcionalidad en lugar de la estética, los wireframes permiten a los equipos </a:t>
            </a:r>
            <a:r>
              <a:rPr lang="es-SV" b="1" dirty="0"/>
              <a:t>iterar rápidamente y recopilar feedback</a:t>
            </a:r>
            <a:r>
              <a:rPr lang="es-SV" dirty="0"/>
              <a:t> antes de invertir en un diseño detallado o desarrollo.</a:t>
            </a: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339959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E70199-C35D-E7BF-0141-770200CE8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SV" b="1" dirty="0"/>
              <a:t>						Propósito de los Wireframes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Planificación estructural:</a:t>
            </a:r>
            <a:r>
              <a:rPr lang="es-SV" dirty="0"/>
              <a:t> Los wireframes ayudan a organizar la disposición y la disposición de los componentes de la interfaz, asegurando una estructura lógica y fácil de usar.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Mapeo de flujo de usuario:</a:t>
            </a:r>
            <a:r>
              <a:rPr lang="es-SV" dirty="0"/>
              <a:t> Ilustran cómo los usuarios navegan por la interfaz, ayudando a los diseñadores a optimizar las interacciones y la accesibilidad.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Herramienta de comunicación:</a:t>
            </a:r>
            <a:r>
              <a:rPr lang="es-SV" dirty="0"/>
              <a:t> Los wireframes proporcionan un lenguaje visual compartido para equipos y partes interesadas, facilitando la discusión de ideas y requisitos.</a:t>
            </a: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929244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EDE0CD-9D29-E433-28F8-7752E02CF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SV" b="1" dirty="0"/>
              <a:t>Eficiencia en costes y tiempo:</a:t>
            </a:r>
            <a:r>
              <a:rPr lang="es-SV" dirty="0"/>
              <a:t> Identificar posibles problemas en la etapa de wireframe evita revisiones costosas durante el desarrollo. 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						Tipos de Wireframes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Los wireframes suelen categorizarse según la </a:t>
            </a:r>
            <a:r>
              <a:rPr lang="es-SV" b="1" dirty="0"/>
              <a:t>fidelidad</a:t>
            </a:r>
            <a:r>
              <a:rPr lang="es-SV" dirty="0"/>
              <a:t>: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Baja fidelidad:</a:t>
            </a:r>
            <a:r>
              <a:rPr lang="es-SV" dirty="0"/>
              <a:t> Bocetos básicos o diseños digitales sencillos usando marcadores de posición para texto e imágenes. Se centra en la distribución, la navegación y la jerarquía de la información.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Fidelidad media:</a:t>
            </a:r>
            <a:r>
              <a:rPr lang="es-SV" dirty="0"/>
              <a:t> Más detallada que la baja fidelidad, mostrando la colocación real del contenido y algunos elementos de interacción.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Alta fidelidad:</a:t>
            </a:r>
            <a:r>
              <a:rPr lang="es-SV" dirty="0"/>
              <a:t> Se parece mucho al producto final con contenido detallado, espaciado y a veces elementos interactivos, pero aún sin diseño visual completo . 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Los wireframes pueden crearse en </a:t>
            </a:r>
            <a:r>
              <a:rPr lang="es-SV" b="1" dirty="0"/>
              <a:t>papel, pizarras o herramientas</a:t>
            </a:r>
            <a:r>
              <a:rPr lang="es-SV" dirty="0"/>
              <a:t> digitales como </a:t>
            </a:r>
            <a:r>
              <a:rPr lang="es-SV" dirty="0" err="1"/>
              <a:t>Figma</a:t>
            </a:r>
            <a:r>
              <a:rPr lang="es-SV" dirty="0"/>
              <a:t>, Balsamiq o Miro, dependiendo de la fase de diseño y colaboración necesidades. Son un paso esencial en el diseño UX/UI, ayudando a los equipos a </a:t>
            </a:r>
            <a:r>
              <a:rPr lang="es-SV" b="1" dirty="0"/>
              <a:t>alinearse en requisitos, conceptos de prueba y asegurar una transición fluida al prototipado y desarrollo</a:t>
            </a:r>
            <a:r>
              <a:rPr lang="es-SV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1185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471122-5EFC-9F33-E7CD-A087EC3BB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750"/>
            <a:ext cx="10515600" cy="589121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SV" b="1" dirty="0"/>
              <a:t>										MOCKUPS</a:t>
            </a:r>
            <a:endParaRPr lang="es-SV" dirty="0"/>
          </a:p>
          <a:p>
            <a:pPr marL="0" indent="0">
              <a:buNone/>
            </a:pPr>
            <a:endParaRPr lang="es-SV" b="1" dirty="0"/>
          </a:p>
          <a:p>
            <a:pPr marL="0" indent="0">
              <a:buNone/>
            </a:pPr>
            <a:r>
              <a:rPr lang="es-SV" b="1" dirty="0"/>
              <a:t>Mockups</a:t>
            </a:r>
            <a:r>
              <a:rPr lang="es-SV" dirty="0"/>
              <a:t> (o </a:t>
            </a:r>
            <a:r>
              <a:rPr lang="es-SV" i="1" dirty="0"/>
              <a:t>mockups</a:t>
            </a:r>
            <a:r>
              <a:rPr lang="es-SV" dirty="0"/>
              <a:t>, en inglés) son representaciones visuales de cómo se verá un producto antes de construirse o finalizarse.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En español se suele decir </a:t>
            </a:r>
            <a:r>
              <a:rPr lang="es-SV" b="1" dirty="0"/>
              <a:t>maquetas</a:t>
            </a:r>
            <a:r>
              <a:rPr lang="es-SV" dirty="0"/>
              <a:t> o </a:t>
            </a:r>
            <a:r>
              <a:rPr lang="es-SV" b="1" dirty="0"/>
              <a:t>diseños preliminares</a:t>
            </a:r>
            <a:r>
              <a:rPr lang="es-SV" dirty="0"/>
              <a:t>.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									¿Para qué sirven?</a:t>
            </a:r>
            <a:endParaRPr lang="es-SV" dirty="0"/>
          </a:p>
          <a:p>
            <a:pPr marL="0" indent="0">
              <a:buNone/>
            </a:pPr>
            <a:r>
              <a:rPr lang="es-SV" dirty="0"/>
              <a:t>Mostrar cómo será un </a:t>
            </a:r>
            <a:r>
              <a:rPr lang="es-SV" b="1" dirty="0"/>
              <a:t>diseño final</a:t>
            </a:r>
            <a:r>
              <a:rPr lang="es-SV" dirty="0"/>
              <a:t>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Probar ideas antes de desarrollarlas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Presentar proyectos a clientes o equipos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Detectar errores de diseño </a:t>
            </a:r>
          </a:p>
          <a:p>
            <a:pPr marL="0" indent="0">
              <a:buNone/>
            </a:pPr>
            <a:r>
              <a:rPr lang="es-SV" b="1" dirty="0"/>
              <a:t> 									Ejemplos de mockups:</a:t>
            </a:r>
            <a:endParaRPr lang="es-SV" dirty="0"/>
          </a:p>
          <a:p>
            <a:pPr marL="0" indent="0">
              <a:buNone/>
            </a:pPr>
            <a:r>
              <a:rPr lang="es-SV" dirty="0"/>
              <a:t>Diseño de una página web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Interfaz de una app móvil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Logo aplicado en camisetas o productos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Empaque de un producto </a:t>
            </a: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2408330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A3B1EC-FC5E-9AF3-EE55-C72EDE2E8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5775"/>
            <a:ext cx="10515600" cy="5691188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s-SV" b="1" dirty="0"/>
              <a:t>									Tipos comunes:</a:t>
            </a:r>
            <a:endParaRPr lang="es-SV" dirty="0"/>
          </a:p>
          <a:p>
            <a:pPr marL="0" indent="0">
              <a:buNone/>
            </a:pPr>
            <a:r>
              <a:rPr lang="es-SV" b="1" dirty="0"/>
              <a:t>Mockup digital</a:t>
            </a:r>
            <a:r>
              <a:rPr lang="es-SV" dirty="0"/>
              <a:t>: pantallas, apps, sitios web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Mockup físico</a:t>
            </a:r>
            <a:r>
              <a:rPr lang="es-SV" dirty="0"/>
              <a:t>: productos, empaques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Mockup publicitario</a:t>
            </a:r>
            <a:r>
              <a:rPr lang="es-SV" dirty="0"/>
              <a:t>: cómo se vería un anuncio en la vida real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							Diferencia con otros conceptos:</a:t>
            </a:r>
            <a:endParaRPr lang="es-SV" dirty="0"/>
          </a:p>
          <a:p>
            <a:pPr marL="0" indent="0">
              <a:buNone/>
            </a:pPr>
            <a:endParaRPr lang="es-SV" b="1" dirty="0"/>
          </a:p>
          <a:p>
            <a:pPr marL="0" indent="0">
              <a:buNone/>
            </a:pPr>
            <a:r>
              <a:rPr lang="es-SV" b="1" dirty="0"/>
              <a:t>Wireframe</a:t>
            </a:r>
            <a:r>
              <a:rPr lang="es-SV" dirty="0"/>
              <a:t>: esquema básico (sin diseño visual)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Mockup</a:t>
            </a:r>
            <a:r>
              <a:rPr lang="es-SV" dirty="0"/>
              <a:t>: diseño visual estático (colores, tipografía)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Prototipo</a:t>
            </a:r>
            <a:r>
              <a:rPr lang="es-SV" dirty="0"/>
              <a:t>: versión interactiva (se puede “usar”)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No es que uno sea “mejor” que el otro; </a:t>
            </a:r>
            <a:r>
              <a:rPr lang="es-SV" b="1" dirty="0"/>
              <a:t>wireframes</a:t>
            </a:r>
            <a:r>
              <a:rPr lang="es-SV" dirty="0"/>
              <a:t> y </a:t>
            </a:r>
            <a:r>
              <a:rPr lang="es-SV" b="1" dirty="0"/>
              <a:t>mockups</a:t>
            </a:r>
            <a:r>
              <a:rPr lang="es-SV" dirty="0"/>
              <a:t> sirven para cosas diferentes.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 Wireframes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Son esquemas simples de una página o app.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 Sirven para: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Organizar contenido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Planear botones y secciones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Diseñar la estructura </a:t>
            </a: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33358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6E660A-70AF-BE27-AFED-200E14152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888"/>
            <a:ext cx="10515600" cy="59340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SV" b="1" dirty="0"/>
              <a:t>									Características:</a:t>
            </a:r>
            <a:endParaRPr lang="es-SV" dirty="0"/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Blanco y negro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Sin muchos detalles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Rápidos de hacer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 									Ejemplo:</a:t>
            </a:r>
            <a:endParaRPr lang="es-SV" dirty="0"/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Un dibujo simple de dónde irán: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menú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imágenes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botones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texto </a:t>
            </a:r>
          </a:p>
          <a:p>
            <a:pPr marL="0" indent="0">
              <a:buNone/>
            </a:pPr>
            <a:r>
              <a:rPr lang="es-SV" b="1" dirty="0"/>
              <a:t> 									Mockups</a:t>
            </a:r>
            <a:endParaRPr lang="es-SV" dirty="0"/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2506359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B18A8B-CD74-0A5F-6007-6F62EFE35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8650"/>
            <a:ext cx="10515600" cy="554831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Son diseños visuales más reales y detallados.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									Sirven para:</a:t>
            </a:r>
            <a:endParaRPr lang="es-SV" dirty="0"/>
          </a:p>
          <a:p>
            <a:pPr marL="0" indent="0">
              <a:buNone/>
            </a:pPr>
            <a:r>
              <a:rPr lang="es-SV" dirty="0"/>
              <a:t>Mostrar cómo se verá el diseño final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Presentar proyectos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Elegir colores y estilos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									Características:</a:t>
            </a:r>
            <a:endParaRPr lang="es-SV" dirty="0"/>
          </a:p>
          <a:p>
            <a:pPr marL="0" indent="0">
              <a:buNone/>
            </a:pPr>
            <a:r>
              <a:rPr lang="es-SV" dirty="0"/>
              <a:t>Colores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Tipografías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Imágenes 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Diseño más profesional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HERRAMIENTAS DE GITHUB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GitHub ofrece un ecosistema completo de herramientas para control de versiones, colaboración, automatización y análisis de proyectos de software.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Funcionalidades principales de GitHub</a:t>
            </a:r>
            <a:endParaRPr lang="es-SV" dirty="0"/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654964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a">
  <a:themeElements>
    <a:clrScheme name="Rojo naranja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1170</TotalTime>
  <Words>1158</Words>
  <Application>Microsoft Office PowerPoint</Application>
  <PresentationFormat>Panorámica</PresentationFormat>
  <Paragraphs>155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Faceta</vt:lpstr>
      <vt:lpstr>PROTOTIPADO   WIREFRAMES VS MOCKPUS   HERRAMIENTAS DE GITHUB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</dc:creator>
  <cp:lastModifiedBy>Diego</cp:lastModifiedBy>
  <cp:revision>3</cp:revision>
  <dcterms:created xsi:type="dcterms:W3CDTF">2026-05-26T19:39:37Z</dcterms:created>
  <dcterms:modified xsi:type="dcterms:W3CDTF">2026-06-01T19:43:31Z</dcterms:modified>
</cp:coreProperties>
</file>