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9144000"/>
  <p:embeddedFontLst>
    <p:embeddedFont>
      <p:font typeface="Gill Sans"/>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ZFkPxtBhm7WCJnhtVA0VGLIGF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GillSans-bold.fntdata"/><Relationship Id="rId25" Type="http://schemas.openxmlformats.org/officeDocument/2006/relationships/font" Target="fonts/GillSans-regular.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4" name="Shape 14"/>
        <p:cNvGrpSpPr/>
        <p:nvPr/>
      </p:nvGrpSpPr>
      <p:grpSpPr>
        <a:xfrm>
          <a:off x="0" y="0"/>
          <a:ext cx="0" cy="0"/>
          <a:chOff x="0" y="0"/>
          <a:chExt cx="0" cy="0"/>
        </a:xfrm>
      </p:grpSpPr>
      <p:sp>
        <p:nvSpPr>
          <p:cNvPr id="15" name="Google Shape;15;p22"/>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2"/>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17" name="Google Shape;17;p2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20" name="Google Shape;20;p22"/>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1" name="Shape 21"/>
        <p:cNvGrpSpPr/>
        <p:nvPr/>
      </p:nvGrpSpPr>
      <p:grpSpPr>
        <a:xfrm>
          <a:off x="0" y="0"/>
          <a:ext cx="0" cy="0"/>
          <a:chOff x="0" y="0"/>
          <a:chExt cx="0" cy="0"/>
        </a:xfrm>
      </p:grpSpPr>
      <p:sp>
        <p:nvSpPr>
          <p:cNvPr id="22" name="Google Shape;22;p23"/>
          <p:cNvSpPr txBox="1"/>
          <p:nvPr>
            <p:ph type="ctrTitle"/>
          </p:nvPr>
        </p:nvSpPr>
        <p:spPr>
          <a:xfrm>
            <a:off x="2417779" y="802298"/>
            <a:ext cx="8637073" cy="2541431"/>
          </a:xfrm>
          <a:prstGeom prst="rect">
            <a:avLst/>
          </a:prstGeom>
          <a:noFill/>
          <a:ln>
            <a:noFill/>
          </a:ln>
        </p:spPr>
        <p:txBody>
          <a:bodyPr anchorCtr="0" anchor="b" bIns="0" lIns="91425" spcFirstLastPara="1" rIns="91425" wrap="square" tIns="45700">
            <a:normAutofit/>
          </a:bodyPr>
          <a:lstStyle>
            <a:lvl1pPr lvl="0" algn="l">
              <a:lnSpc>
                <a:spcPct val="90000"/>
              </a:lnSpc>
              <a:spcBef>
                <a:spcPts val="0"/>
              </a:spcBef>
              <a:spcAft>
                <a:spcPts val="0"/>
              </a:spcAft>
              <a:buClr>
                <a:schemeClr val="dk1"/>
              </a:buClr>
              <a:buSzPts val="6600"/>
              <a:buFont typeface="Gill Sans"/>
              <a:buNone/>
              <a:defRPr sz="6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3"/>
          <p:cNvSpPr txBox="1"/>
          <p:nvPr>
            <p:ph idx="1" type="subTitle"/>
          </p:nvPr>
        </p:nvSpPr>
        <p:spPr>
          <a:xfrm>
            <a:off x="2417780" y="3531204"/>
            <a:ext cx="8637072" cy="977621"/>
          </a:xfrm>
          <a:prstGeom prst="rect">
            <a:avLst/>
          </a:prstGeom>
          <a:noFill/>
          <a:ln>
            <a:noFill/>
          </a:ln>
        </p:spPr>
        <p:txBody>
          <a:bodyPr anchorCtr="0" anchor="t" bIns="91425" lIns="91425" spcFirstLastPara="1" rIns="91425" wrap="square" tIns="91425">
            <a:normAutofit/>
          </a:bodyPr>
          <a:lstStyle>
            <a:lvl1pPr lvl="0" algn="l">
              <a:lnSpc>
                <a:spcPct val="120000"/>
              </a:lnSpc>
              <a:spcBef>
                <a:spcPts val="1000"/>
              </a:spcBef>
              <a:spcAft>
                <a:spcPts val="0"/>
              </a:spcAft>
              <a:buSzPts val="1800"/>
              <a:buNone/>
              <a:defRPr b="0" sz="1800" cap="none">
                <a:solidFill>
                  <a:schemeClr val="dk1"/>
                </a:solidFill>
              </a:defRPr>
            </a:lvl1pPr>
            <a:lvl2pPr lvl="1" algn="ctr">
              <a:lnSpc>
                <a:spcPct val="120000"/>
              </a:lnSpc>
              <a:spcBef>
                <a:spcPts val="500"/>
              </a:spcBef>
              <a:spcAft>
                <a:spcPts val="0"/>
              </a:spcAft>
              <a:buSzPts val="1800"/>
              <a:buNone/>
              <a:defRPr sz="1800"/>
            </a:lvl2pPr>
            <a:lvl3pPr lvl="2" algn="ctr">
              <a:lnSpc>
                <a:spcPct val="120000"/>
              </a:lnSpc>
              <a:spcBef>
                <a:spcPts val="500"/>
              </a:spcBef>
              <a:spcAft>
                <a:spcPts val="0"/>
              </a:spcAft>
              <a:buSzPts val="1800"/>
              <a:buNone/>
              <a:defRPr sz="1800"/>
            </a:lvl3pPr>
            <a:lvl4pPr lvl="3" algn="ctr">
              <a:lnSpc>
                <a:spcPct val="120000"/>
              </a:lnSpc>
              <a:spcBef>
                <a:spcPts val="500"/>
              </a:spcBef>
              <a:spcAft>
                <a:spcPts val="0"/>
              </a:spcAft>
              <a:buSzPts val="1600"/>
              <a:buNone/>
              <a:defRPr sz="1600"/>
            </a:lvl4pPr>
            <a:lvl5pPr lvl="4" algn="ctr">
              <a:lnSpc>
                <a:spcPct val="120000"/>
              </a:lnSpc>
              <a:spcBef>
                <a:spcPts val="500"/>
              </a:spcBef>
              <a:spcAft>
                <a:spcPts val="0"/>
              </a:spcAft>
              <a:buSzPts val="1600"/>
              <a:buNone/>
              <a:defRPr sz="1600"/>
            </a:lvl5pPr>
            <a:lvl6pPr lvl="5" algn="ctr">
              <a:lnSpc>
                <a:spcPct val="120000"/>
              </a:lnSpc>
              <a:spcBef>
                <a:spcPts val="500"/>
              </a:spcBef>
              <a:spcAft>
                <a:spcPts val="0"/>
              </a:spcAft>
              <a:buSzPts val="1600"/>
              <a:buNone/>
              <a:defRPr sz="1600"/>
            </a:lvl6pPr>
            <a:lvl7pPr lvl="6" algn="ctr">
              <a:lnSpc>
                <a:spcPct val="120000"/>
              </a:lnSpc>
              <a:spcBef>
                <a:spcPts val="500"/>
              </a:spcBef>
              <a:spcAft>
                <a:spcPts val="0"/>
              </a:spcAft>
              <a:buSzPts val="1600"/>
              <a:buNone/>
              <a:defRPr sz="1600"/>
            </a:lvl7pPr>
            <a:lvl8pPr lvl="7" algn="ctr">
              <a:lnSpc>
                <a:spcPct val="120000"/>
              </a:lnSpc>
              <a:spcBef>
                <a:spcPts val="500"/>
              </a:spcBef>
              <a:spcAft>
                <a:spcPts val="0"/>
              </a:spcAft>
              <a:buSzPts val="1600"/>
              <a:buNone/>
              <a:defRPr sz="1600"/>
            </a:lvl8pPr>
            <a:lvl9pPr lvl="8" algn="ctr">
              <a:lnSpc>
                <a:spcPct val="120000"/>
              </a:lnSpc>
              <a:spcBef>
                <a:spcPts val="500"/>
              </a:spcBef>
              <a:spcAft>
                <a:spcPts val="0"/>
              </a:spcAft>
              <a:buSzPts val="1600"/>
              <a:buNone/>
              <a:defRPr sz="1600"/>
            </a:lvl9pPr>
          </a:lstStyle>
          <a:p/>
        </p:txBody>
      </p:sp>
      <p:sp>
        <p:nvSpPr>
          <p:cNvPr id="24" name="Google Shape;24;p23"/>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3"/>
          <p:cNvSpPr txBox="1"/>
          <p:nvPr>
            <p:ph idx="11" type="ftr"/>
          </p:nvPr>
        </p:nvSpPr>
        <p:spPr>
          <a:xfrm>
            <a:off x="2416500" y="329307"/>
            <a:ext cx="4973915"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2" type="sldNum"/>
          </p:nvPr>
        </p:nvSpPr>
        <p:spPr>
          <a:xfrm>
            <a:off x="1437664"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27" name="Google Shape;27;p23"/>
          <p:cNvCxnSpPr/>
          <p:nvPr/>
        </p:nvCxnSpPr>
        <p:spPr>
          <a:xfrm>
            <a:off x="2417780" y="3528542"/>
            <a:ext cx="863707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8" name="Shape 28"/>
        <p:cNvGrpSpPr/>
        <p:nvPr/>
      </p:nvGrpSpPr>
      <p:grpSpPr>
        <a:xfrm>
          <a:off x="0" y="0"/>
          <a:ext cx="0" cy="0"/>
          <a:chOff x="0" y="0"/>
          <a:chExt cx="0" cy="0"/>
        </a:xfrm>
      </p:grpSpPr>
      <p:sp>
        <p:nvSpPr>
          <p:cNvPr id="29" name="Google Shape;29;p24"/>
          <p:cNvSpPr txBox="1"/>
          <p:nvPr>
            <p:ph type="title"/>
          </p:nvPr>
        </p:nvSpPr>
        <p:spPr>
          <a:xfrm>
            <a:off x="1454239" y="1756130"/>
            <a:ext cx="8643154" cy="1887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Gill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4"/>
          <p:cNvSpPr txBox="1"/>
          <p:nvPr>
            <p:ph idx="1" type="body"/>
          </p:nvPr>
        </p:nvSpPr>
        <p:spPr>
          <a:xfrm>
            <a:off x="1454239" y="3806195"/>
            <a:ext cx="8630446" cy="1012929"/>
          </a:xfrm>
          <a:prstGeom prst="rect">
            <a:avLst/>
          </a:prstGeom>
          <a:noFill/>
          <a:ln>
            <a:noFill/>
          </a:ln>
        </p:spPr>
        <p:txBody>
          <a:bodyPr anchorCtr="0" anchor="t" bIns="45700" lIns="91425" spcFirstLastPara="1" rIns="91425" wrap="square" tIns="91425">
            <a:normAutofit/>
          </a:bodyPr>
          <a:lstStyle>
            <a:lvl1pPr indent="-228600" lvl="0" marL="457200" algn="l">
              <a:lnSpc>
                <a:spcPct val="120000"/>
              </a:lnSpc>
              <a:spcBef>
                <a:spcPts val="1000"/>
              </a:spcBef>
              <a:spcAft>
                <a:spcPts val="0"/>
              </a:spcAft>
              <a:buSzPts val="1800"/>
              <a:buNone/>
              <a:defRPr sz="1800">
                <a:solidFill>
                  <a:schemeClr val="dk1"/>
                </a:solidFill>
              </a:defRPr>
            </a:lvl1pPr>
            <a:lvl2pPr indent="-228600" lvl="1" marL="914400" algn="l">
              <a:lnSpc>
                <a:spcPct val="120000"/>
              </a:lnSpc>
              <a:spcBef>
                <a:spcPts val="500"/>
              </a:spcBef>
              <a:spcAft>
                <a:spcPts val="0"/>
              </a:spcAft>
              <a:buSzPts val="1800"/>
              <a:buNone/>
              <a:defRPr sz="1800">
                <a:solidFill>
                  <a:srgbClr val="888888"/>
                </a:solidFill>
              </a:defRPr>
            </a:lvl2pPr>
            <a:lvl3pPr indent="-228600" lvl="2" marL="1371600" algn="l">
              <a:lnSpc>
                <a:spcPct val="120000"/>
              </a:lnSpc>
              <a:spcBef>
                <a:spcPts val="500"/>
              </a:spcBef>
              <a:spcAft>
                <a:spcPts val="0"/>
              </a:spcAft>
              <a:buSzPts val="1800"/>
              <a:buNone/>
              <a:defRPr sz="1800">
                <a:solidFill>
                  <a:srgbClr val="888888"/>
                </a:solidFill>
              </a:defRPr>
            </a:lvl3pPr>
            <a:lvl4pPr indent="-228600" lvl="3" marL="1828800" algn="l">
              <a:lnSpc>
                <a:spcPct val="120000"/>
              </a:lnSpc>
              <a:spcBef>
                <a:spcPts val="500"/>
              </a:spcBef>
              <a:spcAft>
                <a:spcPts val="0"/>
              </a:spcAft>
              <a:buSzPts val="1600"/>
              <a:buNone/>
              <a:defRPr sz="1600">
                <a:solidFill>
                  <a:srgbClr val="888888"/>
                </a:solidFill>
              </a:defRPr>
            </a:lvl4pPr>
            <a:lvl5pPr indent="-228600" lvl="4" marL="2286000" algn="l">
              <a:lnSpc>
                <a:spcPct val="120000"/>
              </a:lnSpc>
              <a:spcBef>
                <a:spcPts val="500"/>
              </a:spcBef>
              <a:spcAft>
                <a:spcPts val="0"/>
              </a:spcAft>
              <a:buSzPts val="1600"/>
              <a:buNone/>
              <a:defRPr sz="1600">
                <a:solidFill>
                  <a:srgbClr val="888888"/>
                </a:solidFill>
              </a:defRPr>
            </a:lvl5pPr>
            <a:lvl6pPr indent="-228600" lvl="5" marL="2743200" algn="l">
              <a:lnSpc>
                <a:spcPct val="120000"/>
              </a:lnSpc>
              <a:spcBef>
                <a:spcPts val="500"/>
              </a:spcBef>
              <a:spcAft>
                <a:spcPts val="0"/>
              </a:spcAft>
              <a:buSzPts val="1600"/>
              <a:buNone/>
              <a:defRPr sz="1600">
                <a:solidFill>
                  <a:srgbClr val="888888"/>
                </a:solidFill>
              </a:defRPr>
            </a:lvl6pPr>
            <a:lvl7pPr indent="-228600" lvl="6" marL="3200400" algn="l">
              <a:lnSpc>
                <a:spcPct val="120000"/>
              </a:lnSpc>
              <a:spcBef>
                <a:spcPts val="500"/>
              </a:spcBef>
              <a:spcAft>
                <a:spcPts val="0"/>
              </a:spcAft>
              <a:buSzPts val="1600"/>
              <a:buNone/>
              <a:defRPr sz="1600">
                <a:solidFill>
                  <a:srgbClr val="888888"/>
                </a:solidFill>
              </a:defRPr>
            </a:lvl7pPr>
            <a:lvl8pPr indent="-228600" lvl="7" marL="3657600" algn="l">
              <a:lnSpc>
                <a:spcPct val="120000"/>
              </a:lnSpc>
              <a:spcBef>
                <a:spcPts val="500"/>
              </a:spcBef>
              <a:spcAft>
                <a:spcPts val="0"/>
              </a:spcAft>
              <a:buSzPts val="1600"/>
              <a:buNone/>
              <a:defRPr sz="1600">
                <a:solidFill>
                  <a:srgbClr val="888888"/>
                </a:solidFill>
              </a:defRPr>
            </a:lvl8pPr>
            <a:lvl9pPr indent="-228600" lvl="8" marL="4114800" algn="l">
              <a:lnSpc>
                <a:spcPct val="120000"/>
              </a:lnSpc>
              <a:spcBef>
                <a:spcPts val="500"/>
              </a:spcBef>
              <a:spcAft>
                <a:spcPts val="0"/>
              </a:spcAft>
              <a:buSzPts val="1600"/>
              <a:buNone/>
              <a:defRPr sz="1600">
                <a:solidFill>
                  <a:srgbClr val="888888"/>
                </a:solidFill>
              </a:defRPr>
            </a:lvl9pPr>
          </a:lstStyle>
          <a:p/>
        </p:txBody>
      </p:sp>
      <p:sp>
        <p:nvSpPr>
          <p:cNvPr id="31" name="Google Shape;31;p24"/>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4"/>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4"/>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34" name="Google Shape;34;p24"/>
          <p:cNvCxnSpPr/>
          <p:nvPr/>
        </p:nvCxnSpPr>
        <p:spPr>
          <a:xfrm>
            <a:off x="1454239" y="3804985"/>
            <a:ext cx="8630446"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5" name="Shape 35"/>
        <p:cNvGrpSpPr/>
        <p:nvPr/>
      </p:nvGrpSpPr>
      <p:grpSpPr>
        <a:xfrm>
          <a:off x="0" y="0"/>
          <a:ext cx="0" cy="0"/>
          <a:chOff x="0" y="0"/>
          <a:chExt cx="0" cy="0"/>
        </a:xfrm>
      </p:grpSpPr>
      <p:sp>
        <p:nvSpPr>
          <p:cNvPr id="36" name="Google Shape;36;p25"/>
          <p:cNvSpPr txBox="1"/>
          <p:nvPr>
            <p:ph type="title"/>
          </p:nvPr>
        </p:nvSpPr>
        <p:spPr>
          <a:xfrm>
            <a:off x="1449217" y="804889"/>
            <a:ext cx="9605635" cy="105930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5"/>
          <p:cNvSpPr txBox="1"/>
          <p:nvPr>
            <p:ph idx="1" type="body"/>
          </p:nvPr>
        </p:nvSpPr>
        <p:spPr>
          <a:xfrm>
            <a:off x="1447331" y="2010878"/>
            <a:ext cx="4645152" cy="344859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8" name="Google Shape;38;p25"/>
          <p:cNvSpPr txBox="1"/>
          <p:nvPr>
            <p:ph idx="2" type="body"/>
          </p:nvPr>
        </p:nvSpPr>
        <p:spPr>
          <a:xfrm>
            <a:off x="6413771" y="2017343"/>
            <a:ext cx="4645152" cy="344152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39" name="Google Shape;39;p25"/>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5"/>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5"/>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42" name="Google Shape;42;p25"/>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26"/>
          <p:cNvSpPr txBox="1"/>
          <p:nvPr>
            <p:ph type="title"/>
          </p:nvPr>
        </p:nvSpPr>
        <p:spPr>
          <a:xfrm>
            <a:off x="1447191" y="804163"/>
            <a:ext cx="9607661" cy="1056319"/>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6"/>
          <p:cNvSpPr txBox="1"/>
          <p:nvPr>
            <p:ph idx="1" type="body"/>
          </p:nvPr>
        </p:nvSpPr>
        <p:spPr>
          <a:xfrm>
            <a:off x="1447191" y="2019549"/>
            <a:ext cx="4645152" cy="801943"/>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6" name="Google Shape;46;p26"/>
          <p:cNvSpPr txBox="1"/>
          <p:nvPr>
            <p:ph idx="2" type="body"/>
          </p:nvPr>
        </p:nvSpPr>
        <p:spPr>
          <a:xfrm>
            <a:off x="1447191" y="2824269"/>
            <a:ext cx="4645152" cy="2644457"/>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7" name="Google Shape;47;p26"/>
          <p:cNvSpPr txBox="1"/>
          <p:nvPr>
            <p:ph idx="3" type="body"/>
          </p:nvPr>
        </p:nvSpPr>
        <p:spPr>
          <a:xfrm>
            <a:off x="6412362" y="2023003"/>
            <a:ext cx="4645152" cy="80223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000"/>
              </a:spcBef>
              <a:spcAft>
                <a:spcPts val="0"/>
              </a:spcAft>
              <a:buSzPts val="2200"/>
              <a:buNone/>
              <a:defRPr b="0" sz="2200" cap="none">
                <a:solidFill>
                  <a:schemeClr val="accent1"/>
                </a:solidFill>
              </a:defRPr>
            </a:lvl1pPr>
            <a:lvl2pPr indent="-228600" lvl="1" marL="914400" algn="l">
              <a:lnSpc>
                <a:spcPct val="120000"/>
              </a:lnSpc>
              <a:spcBef>
                <a:spcPts val="500"/>
              </a:spcBef>
              <a:spcAft>
                <a:spcPts val="0"/>
              </a:spcAft>
              <a:buSzPts val="2000"/>
              <a:buNone/>
              <a:defRPr b="1" sz="2000"/>
            </a:lvl2pPr>
            <a:lvl3pPr indent="-228600" lvl="2" marL="1371600" algn="l">
              <a:lnSpc>
                <a:spcPct val="120000"/>
              </a:lnSpc>
              <a:spcBef>
                <a:spcPts val="500"/>
              </a:spcBef>
              <a:spcAft>
                <a:spcPts val="0"/>
              </a:spcAft>
              <a:buSzPts val="1800"/>
              <a:buNone/>
              <a:defRPr b="1" sz="1800"/>
            </a:lvl3pPr>
            <a:lvl4pPr indent="-228600" lvl="3" marL="1828800" algn="l">
              <a:lnSpc>
                <a:spcPct val="120000"/>
              </a:lnSpc>
              <a:spcBef>
                <a:spcPts val="500"/>
              </a:spcBef>
              <a:spcAft>
                <a:spcPts val="0"/>
              </a:spcAft>
              <a:buSzPts val="1600"/>
              <a:buNone/>
              <a:defRPr b="1" sz="1600"/>
            </a:lvl4pPr>
            <a:lvl5pPr indent="-228600" lvl="4" marL="2286000" algn="l">
              <a:lnSpc>
                <a:spcPct val="120000"/>
              </a:lnSpc>
              <a:spcBef>
                <a:spcPts val="500"/>
              </a:spcBef>
              <a:spcAft>
                <a:spcPts val="0"/>
              </a:spcAft>
              <a:buSzPts val="1600"/>
              <a:buNone/>
              <a:defRPr b="1" sz="1600"/>
            </a:lvl5pPr>
            <a:lvl6pPr indent="-228600" lvl="5" marL="2743200" algn="l">
              <a:lnSpc>
                <a:spcPct val="120000"/>
              </a:lnSpc>
              <a:spcBef>
                <a:spcPts val="500"/>
              </a:spcBef>
              <a:spcAft>
                <a:spcPts val="0"/>
              </a:spcAft>
              <a:buSzPts val="1600"/>
              <a:buNone/>
              <a:defRPr b="1" sz="1600"/>
            </a:lvl6pPr>
            <a:lvl7pPr indent="-228600" lvl="6" marL="3200400" algn="l">
              <a:lnSpc>
                <a:spcPct val="120000"/>
              </a:lnSpc>
              <a:spcBef>
                <a:spcPts val="500"/>
              </a:spcBef>
              <a:spcAft>
                <a:spcPts val="0"/>
              </a:spcAft>
              <a:buSzPts val="1600"/>
              <a:buNone/>
              <a:defRPr b="1" sz="1600"/>
            </a:lvl7pPr>
            <a:lvl8pPr indent="-228600" lvl="7" marL="3657600" algn="l">
              <a:lnSpc>
                <a:spcPct val="120000"/>
              </a:lnSpc>
              <a:spcBef>
                <a:spcPts val="500"/>
              </a:spcBef>
              <a:spcAft>
                <a:spcPts val="0"/>
              </a:spcAft>
              <a:buSzPts val="1600"/>
              <a:buNone/>
              <a:defRPr b="1" sz="1600"/>
            </a:lvl8pPr>
            <a:lvl9pPr indent="-228600" lvl="8" marL="4114800" algn="l">
              <a:lnSpc>
                <a:spcPct val="120000"/>
              </a:lnSpc>
              <a:spcBef>
                <a:spcPts val="500"/>
              </a:spcBef>
              <a:spcAft>
                <a:spcPts val="0"/>
              </a:spcAft>
              <a:buSzPts val="1600"/>
              <a:buNone/>
              <a:defRPr b="1" sz="1600"/>
            </a:lvl9pPr>
          </a:lstStyle>
          <a:p/>
        </p:txBody>
      </p:sp>
      <p:sp>
        <p:nvSpPr>
          <p:cNvPr id="48" name="Google Shape;48;p26"/>
          <p:cNvSpPr txBox="1"/>
          <p:nvPr>
            <p:ph idx="4" type="body"/>
          </p:nvPr>
        </p:nvSpPr>
        <p:spPr>
          <a:xfrm>
            <a:off x="6412362" y="2821491"/>
            <a:ext cx="4645152" cy="2637371"/>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49" name="Google Shape;49;p26"/>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6"/>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6"/>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52" name="Google Shape;52;p26"/>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27"/>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7"/>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58" name="Google Shape;58;p27"/>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28"/>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8"/>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8"/>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29"/>
          <p:cNvSpPr txBox="1"/>
          <p:nvPr>
            <p:ph type="title"/>
          </p:nvPr>
        </p:nvSpPr>
        <p:spPr>
          <a:xfrm>
            <a:off x="1444671" y="798973"/>
            <a:ext cx="3273099" cy="22471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Gill Sans"/>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29"/>
          <p:cNvSpPr txBox="1"/>
          <p:nvPr>
            <p:ph idx="1" type="body"/>
          </p:nvPr>
        </p:nvSpPr>
        <p:spPr>
          <a:xfrm>
            <a:off x="5043714" y="798974"/>
            <a:ext cx="6012470" cy="4658826"/>
          </a:xfrm>
          <a:prstGeom prst="rect">
            <a:avLst/>
          </a:prstGeom>
          <a:noFill/>
          <a:ln>
            <a:noFill/>
          </a:ln>
        </p:spPr>
        <p:txBody>
          <a:bodyPr anchorCtr="0" anchor="ctr"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66" name="Google Shape;66;p29"/>
          <p:cNvSpPr txBox="1"/>
          <p:nvPr>
            <p:ph idx="2" type="body"/>
          </p:nvPr>
        </p:nvSpPr>
        <p:spPr>
          <a:xfrm>
            <a:off x="1444671" y="3205491"/>
            <a:ext cx="3275013" cy="2248181"/>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600"/>
              <a:buNone/>
              <a:defRPr sz="16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67" name="Google Shape;67;p29"/>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9"/>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9"/>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70" name="Google Shape;70;p29"/>
          <p:cNvCxnSpPr/>
          <p:nvPr/>
        </p:nvCxnSpPr>
        <p:spPr>
          <a:xfrm>
            <a:off x="1448280" y="3205491"/>
            <a:ext cx="3269490"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1" name="Shape 71"/>
        <p:cNvGrpSpPr/>
        <p:nvPr/>
      </p:nvGrpSpPr>
      <p:grpSpPr>
        <a:xfrm>
          <a:off x="0" y="0"/>
          <a:ext cx="0" cy="0"/>
          <a:chOff x="0" y="0"/>
          <a:chExt cx="0" cy="0"/>
        </a:xfrm>
      </p:grpSpPr>
      <p:grpSp>
        <p:nvGrpSpPr>
          <p:cNvPr id="72" name="Google Shape;72;p30"/>
          <p:cNvGrpSpPr/>
          <p:nvPr/>
        </p:nvGrpSpPr>
        <p:grpSpPr>
          <a:xfrm>
            <a:off x="7477387" y="482170"/>
            <a:ext cx="4074533" cy="5149101"/>
            <a:chOff x="7477387" y="482170"/>
            <a:chExt cx="4074533" cy="5149101"/>
          </a:xfrm>
        </p:grpSpPr>
        <p:sp>
          <p:nvSpPr>
            <p:cNvPr id="73" name="Google Shape;73;p30"/>
            <p:cNvSpPr/>
            <p:nvPr/>
          </p:nvSpPr>
          <p:spPr>
            <a:xfrm>
              <a:off x="7477387" y="482170"/>
              <a:ext cx="4074533" cy="5149101"/>
            </a:xfrm>
            <a:prstGeom prst="rect">
              <a:avLst/>
            </a:prstGeom>
            <a:gradFill>
              <a:gsLst>
                <a:gs pos="0">
                  <a:srgbClr val="000001"/>
                </a:gs>
                <a:gs pos="100000">
                  <a:srgbClr val="191919"/>
                </a:gs>
              </a:gsLst>
              <a:lin ang="5400000" scaled="0"/>
            </a:gradFill>
            <a:ln>
              <a:noFill/>
            </a:ln>
            <a:effectLst>
              <a:outerShdw blurRad="127000" sx="98000" rotWithShape="0" algn="tl" dir="4740000" dist="228600" sy="98000">
                <a:srgbClr val="000000">
                  <a:alpha val="3411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0"/>
            <p:cNvSpPr/>
            <p:nvPr/>
          </p:nvSpPr>
          <p:spPr>
            <a:xfrm>
              <a:off x="7790446" y="812506"/>
              <a:ext cx="3450289" cy="4466452"/>
            </a:xfrm>
            <a:prstGeom prst="rect">
              <a:avLst/>
            </a:prstGeom>
            <a:gradFill>
              <a:gsLst>
                <a:gs pos="0">
                  <a:srgbClr val="DADADA"/>
                </a:gs>
                <a:gs pos="100000">
                  <a:srgbClr val="FFFFFE"/>
                </a:gs>
              </a:gsLst>
              <a:lin ang="16200000" scaled="0"/>
            </a:gradFill>
            <a:ln cap="flat" cmpd="sng" w="50800">
              <a:solidFill>
                <a:srgbClr val="19191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 name="Google Shape;75;p30"/>
          <p:cNvSpPr txBox="1"/>
          <p:nvPr>
            <p:ph type="title"/>
          </p:nvPr>
        </p:nvSpPr>
        <p:spPr>
          <a:xfrm>
            <a:off x="1451206" y="1129513"/>
            <a:ext cx="5532328" cy="18305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p:nvPr>
            <p:ph idx="2" type="pic"/>
          </p:nvPr>
        </p:nvSpPr>
        <p:spPr>
          <a:xfrm>
            <a:off x="8124389" y="1122542"/>
            <a:ext cx="2791171" cy="3866327"/>
          </a:xfrm>
          <a:prstGeom prst="rect">
            <a:avLst/>
          </a:prstGeom>
          <a:solidFill>
            <a:srgbClr val="D8D8D8"/>
          </a:solidFill>
          <a:ln>
            <a:noFill/>
          </a:ln>
        </p:spPr>
      </p:sp>
      <p:sp>
        <p:nvSpPr>
          <p:cNvPr id="77" name="Google Shape;77;p30"/>
          <p:cNvSpPr txBox="1"/>
          <p:nvPr>
            <p:ph idx="1" type="body"/>
          </p:nvPr>
        </p:nvSpPr>
        <p:spPr>
          <a:xfrm>
            <a:off x="1450329" y="3145992"/>
            <a:ext cx="5524404" cy="20037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SzPts val="1800"/>
              <a:buNone/>
              <a:defRPr sz="1800"/>
            </a:lvl1pPr>
            <a:lvl2pPr indent="-228600" lvl="1" marL="914400" algn="l">
              <a:lnSpc>
                <a:spcPct val="120000"/>
              </a:lnSpc>
              <a:spcBef>
                <a:spcPts val="500"/>
              </a:spcBef>
              <a:spcAft>
                <a:spcPts val="0"/>
              </a:spcAft>
              <a:buSzPts val="1400"/>
              <a:buNone/>
              <a:defRPr sz="1400"/>
            </a:lvl2pPr>
            <a:lvl3pPr indent="-228600" lvl="2" marL="1371600" algn="l">
              <a:lnSpc>
                <a:spcPct val="120000"/>
              </a:lnSpc>
              <a:spcBef>
                <a:spcPts val="500"/>
              </a:spcBef>
              <a:spcAft>
                <a:spcPts val="0"/>
              </a:spcAft>
              <a:buSzPts val="1200"/>
              <a:buNone/>
              <a:defRPr sz="1200"/>
            </a:lvl3pPr>
            <a:lvl4pPr indent="-228600" lvl="3" marL="1828800" algn="l">
              <a:lnSpc>
                <a:spcPct val="120000"/>
              </a:lnSpc>
              <a:spcBef>
                <a:spcPts val="500"/>
              </a:spcBef>
              <a:spcAft>
                <a:spcPts val="0"/>
              </a:spcAft>
              <a:buSzPts val="1000"/>
              <a:buNone/>
              <a:defRPr sz="1000"/>
            </a:lvl4pPr>
            <a:lvl5pPr indent="-228600" lvl="4" marL="2286000" algn="l">
              <a:lnSpc>
                <a:spcPct val="120000"/>
              </a:lnSpc>
              <a:spcBef>
                <a:spcPts val="500"/>
              </a:spcBef>
              <a:spcAft>
                <a:spcPts val="0"/>
              </a:spcAft>
              <a:buSzPts val="1000"/>
              <a:buNone/>
              <a:defRPr sz="1000"/>
            </a:lvl5pPr>
            <a:lvl6pPr indent="-228600" lvl="5" marL="2743200" algn="l">
              <a:lnSpc>
                <a:spcPct val="120000"/>
              </a:lnSpc>
              <a:spcBef>
                <a:spcPts val="500"/>
              </a:spcBef>
              <a:spcAft>
                <a:spcPts val="0"/>
              </a:spcAft>
              <a:buSzPts val="1000"/>
              <a:buNone/>
              <a:defRPr sz="1000"/>
            </a:lvl6pPr>
            <a:lvl7pPr indent="-228600" lvl="6" marL="3200400" algn="l">
              <a:lnSpc>
                <a:spcPct val="120000"/>
              </a:lnSpc>
              <a:spcBef>
                <a:spcPts val="500"/>
              </a:spcBef>
              <a:spcAft>
                <a:spcPts val="0"/>
              </a:spcAft>
              <a:buSzPts val="1000"/>
              <a:buNone/>
              <a:defRPr sz="1000"/>
            </a:lvl7pPr>
            <a:lvl8pPr indent="-228600" lvl="7" marL="3657600" algn="l">
              <a:lnSpc>
                <a:spcPct val="120000"/>
              </a:lnSpc>
              <a:spcBef>
                <a:spcPts val="500"/>
              </a:spcBef>
              <a:spcAft>
                <a:spcPts val="0"/>
              </a:spcAft>
              <a:buSzPts val="1000"/>
              <a:buNone/>
              <a:defRPr sz="1000"/>
            </a:lvl8pPr>
            <a:lvl9pPr indent="-228600" lvl="8" marL="4114800" algn="l">
              <a:lnSpc>
                <a:spcPct val="120000"/>
              </a:lnSpc>
              <a:spcBef>
                <a:spcPts val="500"/>
              </a:spcBef>
              <a:spcAft>
                <a:spcPts val="0"/>
              </a:spcAft>
              <a:buSzPts val="1000"/>
              <a:buNone/>
              <a:defRPr sz="1000"/>
            </a:lvl9pPr>
          </a:lstStyle>
          <a:p/>
        </p:txBody>
      </p:sp>
      <p:sp>
        <p:nvSpPr>
          <p:cNvPr id="78" name="Google Shape;78;p30"/>
          <p:cNvSpPr txBox="1"/>
          <p:nvPr>
            <p:ph idx="10" type="dt"/>
          </p:nvPr>
        </p:nvSpPr>
        <p:spPr>
          <a:xfrm>
            <a:off x="1447382" y="5469856"/>
            <a:ext cx="5527351" cy="32012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1" type="ftr"/>
          </p:nvPr>
        </p:nvSpPr>
        <p:spPr>
          <a:xfrm>
            <a:off x="1447382" y="318640"/>
            <a:ext cx="5541004" cy="32093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30"/>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81" name="Google Shape;81;p30"/>
          <p:cNvCxnSpPr/>
          <p:nvPr/>
        </p:nvCxnSpPr>
        <p:spPr>
          <a:xfrm>
            <a:off x="1447382" y="3143605"/>
            <a:ext cx="5527351"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2" name="Shape 82"/>
        <p:cNvGrpSpPr/>
        <p:nvPr/>
      </p:nvGrpSpPr>
      <p:grpSpPr>
        <a:xfrm>
          <a:off x="0" y="0"/>
          <a:ext cx="0" cy="0"/>
          <a:chOff x="0" y="0"/>
          <a:chExt cx="0" cy="0"/>
        </a:xfrm>
      </p:grpSpPr>
      <p:sp>
        <p:nvSpPr>
          <p:cNvPr id="83" name="Google Shape;83;p3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1"/>
          <p:cNvSpPr txBox="1"/>
          <p:nvPr>
            <p:ph idx="1" type="body"/>
          </p:nvPr>
        </p:nvSpPr>
        <p:spPr>
          <a:xfrm rot="5400000">
            <a:off x="4527910" y="-1060599"/>
            <a:ext cx="3450613" cy="9603275"/>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85" name="Google Shape;85;p3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3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88" name="Google Shape;88;p31"/>
          <p:cNvCxnSpPr/>
          <p:nvPr/>
        </p:nvCxnSpPr>
        <p:spPr>
          <a:xfrm>
            <a:off x="1453896" y="1847088"/>
            <a:ext cx="9607522" cy="0"/>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9" name="Shape 89"/>
        <p:cNvGrpSpPr/>
        <p:nvPr/>
      </p:nvGrpSpPr>
      <p:grpSpPr>
        <a:xfrm>
          <a:off x="0" y="0"/>
          <a:ext cx="0" cy="0"/>
          <a:chOff x="0" y="0"/>
          <a:chExt cx="0" cy="0"/>
        </a:xfrm>
      </p:grpSpPr>
      <p:sp>
        <p:nvSpPr>
          <p:cNvPr id="90" name="Google Shape;90;p32"/>
          <p:cNvSpPr txBox="1"/>
          <p:nvPr>
            <p:ph type="title"/>
          </p:nvPr>
        </p:nvSpPr>
        <p:spPr>
          <a:xfrm rot="5400000">
            <a:off x="7917038" y="2321047"/>
            <a:ext cx="4659889" cy="1615742"/>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3200"/>
              <a:buFont typeface="Gill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2"/>
          <p:cNvSpPr txBox="1"/>
          <p:nvPr>
            <p:ph idx="1" type="body"/>
          </p:nvPr>
        </p:nvSpPr>
        <p:spPr>
          <a:xfrm rot="5400000">
            <a:off x="3029143" y="-785498"/>
            <a:ext cx="4659889" cy="7828830"/>
          </a:xfrm>
          <a:prstGeom prst="rect">
            <a:avLst/>
          </a:prstGeom>
          <a:noFill/>
          <a:ln>
            <a:noFill/>
          </a:ln>
        </p:spPr>
        <p:txBody>
          <a:bodyPr anchorCtr="0" anchor="t" bIns="45700" lIns="91425" spcFirstLastPara="1" rIns="91425" wrap="square" tIns="45700">
            <a:normAutofit/>
          </a:bodyPr>
          <a:lstStyle>
            <a:lvl1pPr indent="-342900" lvl="0" marL="457200" algn="l">
              <a:lnSpc>
                <a:spcPct val="120000"/>
              </a:lnSpc>
              <a:spcBef>
                <a:spcPts val="1000"/>
              </a:spcBef>
              <a:spcAft>
                <a:spcPts val="0"/>
              </a:spcAft>
              <a:buSzPts val="1800"/>
              <a:buChar char="•"/>
              <a:defRPr/>
            </a:lvl1pPr>
            <a:lvl2pPr indent="-342900" lvl="1" marL="914400" algn="l">
              <a:lnSpc>
                <a:spcPct val="120000"/>
              </a:lnSpc>
              <a:spcBef>
                <a:spcPts val="500"/>
              </a:spcBef>
              <a:spcAft>
                <a:spcPts val="0"/>
              </a:spcAft>
              <a:buSzPts val="1800"/>
              <a:buChar char="•"/>
              <a:defRPr/>
            </a:lvl2pPr>
            <a:lvl3pPr indent="-342900" lvl="2" marL="1371600" algn="l">
              <a:lnSpc>
                <a:spcPct val="120000"/>
              </a:lnSpc>
              <a:spcBef>
                <a:spcPts val="500"/>
              </a:spcBef>
              <a:spcAft>
                <a:spcPts val="0"/>
              </a:spcAft>
              <a:buSzPts val="1800"/>
              <a:buChar char="•"/>
              <a:defRPr/>
            </a:lvl3pPr>
            <a:lvl4pPr indent="-342900" lvl="3" marL="1828800" algn="l">
              <a:lnSpc>
                <a:spcPct val="120000"/>
              </a:lnSpc>
              <a:spcBef>
                <a:spcPts val="500"/>
              </a:spcBef>
              <a:spcAft>
                <a:spcPts val="0"/>
              </a:spcAft>
              <a:buSzPts val="1800"/>
              <a:buChar char="•"/>
              <a:defRPr/>
            </a:lvl4pPr>
            <a:lvl5pPr indent="-342900" lvl="4" marL="2286000" algn="l">
              <a:lnSpc>
                <a:spcPct val="120000"/>
              </a:lnSpc>
              <a:spcBef>
                <a:spcPts val="500"/>
              </a:spcBef>
              <a:spcAft>
                <a:spcPts val="0"/>
              </a:spcAft>
              <a:buSzPts val="1800"/>
              <a:buChar char="•"/>
              <a:defRPr/>
            </a:lvl5pPr>
            <a:lvl6pPr indent="-342900" lvl="5" marL="2743200" algn="l">
              <a:lnSpc>
                <a:spcPct val="120000"/>
              </a:lnSpc>
              <a:spcBef>
                <a:spcPts val="500"/>
              </a:spcBef>
              <a:spcAft>
                <a:spcPts val="0"/>
              </a:spcAft>
              <a:buSzPts val="1800"/>
              <a:buChar char="•"/>
              <a:defRPr/>
            </a:lvl6pPr>
            <a:lvl7pPr indent="-342900" lvl="6" marL="3200400" algn="l">
              <a:lnSpc>
                <a:spcPct val="120000"/>
              </a:lnSpc>
              <a:spcBef>
                <a:spcPts val="500"/>
              </a:spcBef>
              <a:spcAft>
                <a:spcPts val="0"/>
              </a:spcAft>
              <a:buSzPts val="1800"/>
              <a:buChar char="•"/>
              <a:defRPr/>
            </a:lvl7pPr>
            <a:lvl8pPr indent="-342900" lvl="7" marL="3657600" algn="l">
              <a:lnSpc>
                <a:spcPct val="120000"/>
              </a:lnSpc>
              <a:spcBef>
                <a:spcPts val="500"/>
              </a:spcBef>
              <a:spcAft>
                <a:spcPts val="0"/>
              </a:spcAft>
              <a:buSzPts val="1800"/>
              <a:buChar char="•"/>
              <a:defRPr/>
            </a:lvl8pPr>
            <a:lvl9pPr indent="-342900" lvl="8" marL="4114800" algn="l">
              <a:lnSpc>
                <a:spcPct val="120000"/>
              </a:lnSpc>
              <a:spcBef>
                <a:spcPts val="500"/>
              </a:spcBef>
              <a:spcAft>
                <a:spcPts val="0"/>
              </a:spcAft>
              <a:buSzPts val="1800"/>
              <a:buChar char="•"/>
              <a:defRPr/>
            </a:lvl9pPr>
          </a:lstStyle>
          <a:p/>
        </p:txBody>
      </p:sp>
      <p:sp>
        <p:nvSpPr>
          <p:cNvPr id="92" name="Google Shape;92;p32"/>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2"/>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2"/>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cxnSp>
        <p:nvCxnSpPr>
          <p:cNvPr id="95" name="Google Shape;95;p32"/>
          <p:cNvCxnSpPr/>
          <p:nvPr/>
        </p:nvCxnSpPr>
        <p:spPr>
          <a:xfrm>
            <a:off x="9439111" y="798973"/>
            <a:ext cx="0" cy="4659889"/>
          </a:xfrm>
          <a:prstGeom prst="straightConnector1">
            <a:avLst/>
          </a:prstGeom>
          <a:noFill/>
          <a:ln cap="flat" cmpd="sng" w="317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BE9E6"/>
            </a:gs>
            <a:gs pos="100000">
              <a:srgbClr val="C9C5C0"/>
            </a:gs>
          </a:gsLst>
          <a:path path="circle">
            <a:fillToRect b="50%" l="50%" r="50%" t="50%"/>
          </a:path>
          <a:tileRect/>
        </a:gradFill>
      </p:bgPr>
    </p:bg>
    <p:spTree>
      <p:nvGrpSpPr>
        <p:cNvPr id="5" name="Shape 5"/>
        <p:cNvGrpSpPr/>
        <p:nvPr/>
      </p:nvGrpSpPr>
      <p:grpSpPr>
        <a:xfrm>
          <a:off x="0" y="0"/>
          <a:ext cx="0" cy="0"/>
          <a:chOff x="0" y="0"/>
          <a:chExt cx="0" cy="0"/>
        </a:xfrm>
      </p:grpSpPr>
      <p:sp>
        <p:nvSpPr>
          <p:cNvPr id="6" name="Google Shape;6;p21"/>
          <p:cNvSpPr/>
          <p:nvPr/>
        </p:nvSpPr>
        <p:spPr>
          <a:xfrm>
            <a:off x="0" y="2019476"/>
            <a:ext cx="12192000" cy="4105941"/>
          </a:xfrm>
          <a:prstGeom prst="rect">
            <a:avLst/>
          </a:prstGeom>
          <a:gradFill>
            <a:gsLst>
              <a:gs pos="0">
                <a:srgbClr val="DFDBD5">
                  <a:alpha val="0"/>
                </a:srgbClr>
              </a:gs>
              <a:gs pos="100000">
                <a:schemeClr val="lt2"/>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 name="Google Shape;7;p21"/>
          <p:cNvPicPr preferRelativeResize="0"/>
          <p:nvPr/>
        </p:nvPicPr>
        <p:blipFill rotWithShape="1">
          <a:blip r:embed="rId1">
            <a:alphaModFix/>
          </a:blip>
          <a:srcRect b="-1538" l="0" r="0" t="1538"/>
          <a:stretch/>
        </p:blipFill>
        <p:spPr>
          <a:xfrm>
            <a:off x="0" y="6126480"/>
            <a:ext cx="12192000" cy="742950"/>
          </a:xfrm>
          <a:prstGeom prst="rect">
            <a:avLst/>
          </a:prstGeom>
          <a:noFill/>
          <a:ln>
            <a:noFill/>
          </a:ln>
        </p:spPr>
      </p:pic>
      <p:sp>
        <p:nvSpPr>
          <p:cNvPr id="8" name="Google Shape;8;p21"/>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Gill Sans"/>
              <a:buNone/>
              <a:defRPr b="0" i="0" sz="3200" u="none" cap="none" strike="noStrike">
                <a:solidFill>
                  <a:schemeClr val="dk1"/>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1"/>
          <p:cNvSpPr txBox="1"/>
          <p:nvPr>
            <p:ph idx="1" type="body"/>
          </p:nvPr>
        </p:nvSpPr>
        <p:spPr>
          <a:xfrm>
            <a:off x="1451579" y="2015732"/>
            <a:ext cx="9603275" cy="3450613"/>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120000"/>
              </a:lnSpc>
              <a:spcBef>
                <a:spcPts val="1000"/>
              </a:spcBef>
              <a:spcAft>
                <a:spcPts val="0"/>
              </a:spcAft>
              <a:buClr>
                <a:schemeClr val="accent1"/>
              </a:buClr>
              <a:buSzPts val="2000"/>
              <a:buFont typeface="Arial"/>
              <a:buChar char="•"/>
              <a:defRPr b="0" i="0" sz="2000" u="none" cap="none" strike="noStrike">
                <a:solidFill>
                  <a:schemeClr val="dk1"/>
                </a:solidFill>
                <a:latin typeface="Gill Sans"/>
                <a:ea typeface="Gill Sans"/>
                <a:cs typeface="Gill Sans"/>
                <a:sym typeface="Gill Sans"/>
              </a:defRPr>
            </a:lvl1pPr>
            <a:lvl2pPr indent="-342900" lvl="1" marL="914400" marR="0" rtl="0" algn="l">
              <a:lnSpc>
                <a:spcPct val="120000"/>
              </a:lnSpc>
              <a:spcBef>
                <a:spcPts val="500"/>
              </a:spcBef>
              <a:spcAft>
                <a:spcPts val="0"/>
              </a:spcAft>
              <a:buClr>
                <a:schemeClr val="accent1"/>
              </a:buClr>
              <a:buSzPts val="1800"/>
              <a:buFont typeface="Arial"/>
              <a:buChar char="•"/>
              <a:defRPr b="0" i="0" sz="1800" u="none" cap="none" strike="noStrike">
                <a:solidFill>
                  <a:schemeClr val="dk1"/>
                </a:solidFill>
                <a:latin typeface="Gill Sans"/>
                <a:ea typeface="Gill Sans"/>
                <a:cs typeface="Gill Sans"/>
                <a:sym typeface="Gill Sans"/>
              </a:defRPr>
            </a:lvl2pPr>
            <a:lvl3pPr indent="-330200" lvl="2" marL="1371600" marR="0" rtl="0" algn="l">
              <a:lnSpc>
                <a:spcPct val="120000"/>
              </a:lnSpc>
              <a:spcBef>
                <a:spcPts val="500"/>
              </a:spcBef>
              <a:spcAft>
                <a:spcPts val="0"/>
              </a:spcAft>
              <a:buClr>
                <a:schemeClr val="accent1"/>
              </a:buClr>
              <a:buSzPts val="1600"/>
              <a:buFont typeface="Arial"/>
              <a:buChar char="•"/>
              <a:defRPr b="0" i="0" sz="1600" u="none" cap="none" strike="noStrike">
                <a:solidFill>
                  <a:schemeClr val="dk1"/>
                </a:solidFill>
                <a:latin typeface="Gill Sans"/>
                <a:ea typeface="Gill Sans"/>
                <a:cs typeface="Gill Sans"/>
                <a:sym typeface="Gill Sans"/>
              </a:defRPr>
            </a:lvl3pPr>
            <a:lvl4pPr indent="-317500" lvl="3" marL="1828800" marR="0" rtl="0" algn="l">
              <a:lnSpc>
                <a:spcPct val="120000"/>
              </a:lnSpc>
              <a:spcBef>
                <a:spcPts val="500"/>
              </a:spcBef>
              <a:spcAft>
                <a:spcPts val="0"/>
              </a:spcAft>
              <a:buClr>
                <a:schemeClr val="accent1"/>
              </a:buClr>
              <a:buSzPts val="1400"/>
              <a:buFont typeface="Arial"/>
              <a:buChar char="•"/>
              <a:defRPr b="0" i="0" sz="1400" u="none" cap="none" strike="noStrike">
                <a:solidFill>
                  <a:schemeClr val="dk1"/>
                </a:solidFill>
                <a:latin typeface="Gill Sans"/>
                <a:ea typeface="Gill Sans"/>
                <a:cs typeface="Gill Sans"/>
                <a:sym typeface="Gill Sans"/>
              </a:defRPr>
            </a:lvl4pPr>
            <a:lvl5pPr indent="-304800" lvl="4" marL="22860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5pPr>
            <a:lvl6pPr indent="-304800" lvl="5" marL="27432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20000"/>
              </a:lnSpc>
              <a:spcBef>
                <a:spcPts val="500"/>
              </a:spcBef>
              <a:spcAft>
                <a:spcPts val="0"/>
              </a:spcAft>
              <a:buClr>
                <a:schemeClr val="accent1"/>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10" name="Google Shape;10;p21"/>
          <p:cNvSpPr txBox="1"/>
          <p:nvPr>
            <p:ph idx="10" type="dt"/>
          </p:nvPr>
        </p:nvSpPr>
        <p:spPr>
          <a:xfrm>
            <a:off x="7554138" y="330370"/>
            <a:ext cx="3500715" cy="309201"/>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1" name="Google Shape;11;p21"/>
          <p:cNvSpPr txBox="1"/>
          <p:nvPr>
            <p:ph idx="11" type="ftr"/>
          </p:nvPr>
        </p:nvSpPr>
        <p:spPr>
          <a:xfrm>
            <a:off x="1451579" y="329307"/>
            <a:ext cx="5938836" cy="3092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888888"/>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2" name="Google Shape;12;p21"/>
          <p:cNvSpPr txBox="1"/>
          <p:nvPr>
            <p:ph idx="12" type="sldNum"/>
          </p:nvPr>
        </p:nvSpPr>
        <p:spPr>
          <a:xfrm>
            <a:off x="480060" y="798973"/>
            <a:ext cx="811019" cy="503578"/>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2800" u="none" cap="none" strike="noStrike">
                <a:solidFill>
                  <a:schemeClr val="accent1"/>
                </a:solidFill>
                <a:latin typeface="Gill Sans"/>
                <a:ea typeface="Gill Sans"/>
                <a:cs typeface="Gill Sans"/>
                <a:sym typeface="Gill Sans"/>
              </a:defRPr>
            </a:lvl1pPr>
            <a:lvl2pPr indent="0" lvl="1" marL="0" marR="0" rtl="0" algn="r">
              <a:spcBef>
                <a:spcPts val="0"/>
              </a:spcBef>
              <a:buNone/>
              <a:defRPr b="0" i="0" sz="2800" u="none" cap="none" strike="noStrike">
                <a:solidFill>
                  <a:schemeClr val="accent1"/>
                </a:solidFill>
                <a:latin typeface="Gill Sans"/>
                <a:ea typeface="Gill Sans"/>
                <a:cs typeface="Gill Sans"/>
                <a:sym typeface="Gill Sans"/>
              </a:defRPr>
            </a:lvl2pPr>
            <a:lvl3pPr indent="0" lvl="2" marL="0" marR="0" rtl="0" algn="r">
              <a:spcBef>
                <a:spcPts val="0"/>
              </a:spcBef>
              <a:buNone/>
              <a:defRPr b="0" i="0" sz="2800" u="none" cap="none" strike="noStrike">
                <a:solidFill>
                  <a:schemeClr val="accent1"/>
                </a:solidFill>
                <a:latin typeface="Gill Sans"/>
                <a:ea typeface="Gill Sans"/>
                <a:cs typeface="Gill Sans"/>
                <a:sym typeface="Gill Sans"/>
              </a:defRPr>
            </a:lvl3pPr>
            <a:lvl4pPr indent="0" lvl="3" marL="0" marR="0" rtl="0" algn="r">
              <a:spcBef>
                <a:spcPts val="0"/>
              </a:spcBef>
              <a:buNone/>
              <a:defRPr b="0" i="0" sz="2800" u="none" cap="none" strike="noStrike">
                <a:solidFill>
                  <a:schemeClr val="accent1"/>
                </a:solidFill>
                <a:latin typeface="Gill Sans"/>
                <a:ea typeface="Gill Sans"/>
                <a:cs typeface="Gill Sans"/>
                <a:sym typeface="Gill Sans"/>
              </a:defRPr>
            </a:lvl4pPr>
            <a:lvl5pPr indent="0" lvl="4" marL="0" marR="0" rtl="0" algn="r">
              <a:spcBef>
                <a:spcPts val="0"/>
              </a:spcBef>
              <a:buNone/>
              <a:defRPr b="0" i="0" sz="2800" u="none" cap="none" strike="noStrike">
                <a:solidFill>
                  <a:schemeClr val="accent1"/>
                </a:solidFill>
                <a:latin typeface="Gill Sans"/>
                <a:ea typeface="Gill Sans"/>
                <a:cs typeface="Gill Sans"/>
                <a:sym typeface="Gill Sans"/>
              </a:defRPr>
            </a:lvl5pPr>
            <a:lvl6pPr indent="0" lvl="5" marL="0" marR="0" rtl="0" algn="r">
              <a:spcBef>
                <a:spcPts val="0"/>
              </a:spcBef>
              <a:buNone/>
              <a:defRPr b="0" i="0" sz="2800" u="none" cap="none" strike="noStrike">
                <a:solidFill>
                  <a:schemeClr val="accent1"/>
                </a:solidFill>
                <a:latin typeface="Gill Sans"/>
                <a:ea typeface="Gill Sans"/>
                <a:cs typeface="Gill Sans"/>
                <a:sym typeface="Gill Sans"/>
              </a:defRPr>
            </a:lvl6pPr>
            <a:lvl7pPr indent="0" lvl="6" marL="0" marR="0" rtl="0" algn="r">
              <a:spcBef>
                <a:spcPts val="0"/>
              </a:spcBef>
              <a:buNone/>
              <a:defRPr b="0" i="0" sz="2800" u="none" cap="none" strike="noStrike">
                <a:solidFill>
                  <a:schemeClr val="accent1"/>
                </a:solidFill>
                <a:latin typeface="Gill Sans"/>
                <a:ea typeface="Gill Sans"/>
                <a:cs typeface="Gill Sans"/>
                <a:sym typeface="Gill Sans"/>
              </a:defRPr>
            </a:lvl7pPr>
            <a:lvl8pPr indent="0" lvl="7" marL="0" marR="0" rtl="0" algn="r">
              <a:spcBef>
                <a:spcPts val="0"/>
              </a:spcBef>
              <a:buNone/>
              <a:defRPr b="0" i="0" sz="2800" u="none" cap="none" strike="noStrike">
                <a:solidFill>
                  <a:schemeClr val="accent1"/>
                </a:solidFill>
                <a:latin typeface="Gill Sans"/>
                <a:ea typeface="Gill Sans"/>
                <a:cs typeface="Gill Sans"/>
                <a:sym typeface="Gill Sans"/>
              </a:defRPr>
            </a:lvl8pPr>
            <a:lvl9pPr indent="0" lvl="8" marL="0" marR="0" rtl="0" algn="r">
              <a:spcBef>
                <a:spcPts val="0"/>
              </a:spcBef>
              <a:buNone/>
              <a:defRPr b="0" i="0" sz="2800" u="none" cap="none" strike="noStrike">
                <a:solidFill>
                  <a:schemeClr val="accen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s-ES"/>
              <a:t>‹#›</a:t>
            </a:fld>
            <a:endParaRPr/>
          </a:p>
        </p:txBody>
      </p:sp>
      <p:cxnSp>
        <p:nvCxnSpPr>
          <p:cNvPr id="13" name="Google Shape;13;p21"/>
          <p:cNvCxnSpPr/>
          <p:nvPr/>
        </p:nvCxnSpPr>
        <p:spPr>
          <a:xfrm>
            <a:off x="0" y="6128413"/>
            <a:ext cx="12192000" cy="0"/>
          </a:xfrm>
          <a:prstGeom prst="straightConnector1">
            <a:avLst/>
          </a:prstGeom>
          <a:noFill/>
          <a:ln cap="flat" cmpd="sng" w="12700">
            <a:solidFill>
              <a:srgbClr val="000001">
                <a:alpha val="20000"/>
              </a:srgbClr>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www.bing.com/ck/a?!&amp;&amp;p=202bc6018259a5466bf74bc2dae8beebdf54f1dc0ab463e81f24931c988de6caJmltdHM9MTc3MjQwOTYwMA&amp;ptn=3&amp;ver=2&amp;hsh=4&amp;fclid=3b96f995-c874-6206-0229-ef6ac96e632a&amp;psq=historia+del+uml&amp;u=a1aHR0cHM6Ly93d3cuZ3VydTk5LmNvbS9lcy91bWwtZGlhZ3JhbXMuaHRtbA&amp;ntb=1"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title"/>
          </p:nvPr>
        </p:nvSpPr>
        <p:spPr>
          <a:xfrm>
            <a:off x="1542054" y="840694"/>
            <a:ext cx="9603300" cy="104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ES"/>
              <a:t>HISTORIA DEL UML</a:t>
            </a:r>
            <a:endParaRPr/>
          </a:p>
        </p:txBody>
      </p:sp>
      <p:pic>
        <p:nvPicPr>
          <p:cNvPr descr="Uml Diagram Template" id="101" name="Google Shape;101;p1"/>
          <p:cNvPicPr preferRelativeResize="0"/>
          <p:nvPr/>
        </p:nvPicPr>
        <p:blipFill rotWithShape="1">
          <a:blip r:embed="rId3">
            <a:alphaModFix/>
          </a:blip>
          <a:srcRect b="0" l="0" r="0" t="0"/>
          <a:stretch/>
        </p:blipFill>
        <p:spPr>
          <a:xfrm>
            <a:off x="2043112" y="2000249"/>
            <a:ext cx="7422943" cy="4156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p:nvPr/>
        </p:nvSpPr>
        <p:spPr>
          <a:xfrm>
            <a:off x="871536" y="692943"/>
            <a:ext cx="1857375" cy="914400"/>
          </a:xfrm>
          <a:prstGeom prst="rect">
            <a:avLst/>
          </a:prstGeom>
          <a:solidFill>
            <a:srgbClr val="10C67C"/>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3600" u="none" cap="none" strike="noStrike">
                <a:solidFill>
                  <a:schemeClr val="lt1"/>
                </a:solidFill>
                <a:latin typeface="Gill Sans"/>
                <a:ea typeface="Gill Sans"/>
                <a:cs typeface="Gill Sans"/>
                <a:sym typeface="Gill Sans"/>
              </a:rPr>
              <a:t>historia</a:t>
            </a:r>
            <a:endParaRPr/>
          </a:p>
        </p:txBody>
      </p:sp>
      <p:sp>
        <p:nvSpPr>
          <p:cNvPr id="107" name="Google Shape;107;p2"/>
          <p:cNvSpPr/>
          <p:nvPr/>
        </p:nvSpPr>
        <p:spPr>
          <a:xfrm>
            <a:off x="4957761" y="0"/>
            <a:ext cx="7234239" cy="3214687"/>
          </a:xfrm>
          <a:prstGeom prst="roundRect">
            <a:avLst>
              <a:gd fmla="val 16667" name="adj"/>
            </a:avLst>
          </a:prstGeom>
          <a:solidFill>
            <a:srgbClr val="0F7DC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El UML comenzó a gestarse en </a:t>
            </a:r>
            <a:r>
              <a:rPr b="1" i="0" lang="es-ES" sz="2800" u="none" cap="none" strike="noStrike">
                <a:solidFill>
                  <a:schemeClr val="lt1"/>
                </a:solidFill>
                <a:latin typeface="Gill Sans"/>
                <a:ea typeface="Gill Sans"/>
                <a:cs typeface="Gill Sans"/>
                <a:sym typeface="Gill Sans"/>
              </a:rPr>
              <a:t>octubre de 1994</a:t>
            </a:r>
            <a:r>
              <a:rPr b="0" i="0" lang="es-ES" sz="2800" u="none" cap="none" strike="noStrike">
                <a:solidFill>
                  <a:schemeClr val="lt1"/>
                </a:solidFill>
                <a:latin typeface="Gill Sans"/>
                <a:ea typeface="Gill Sans"/>
                <a:cs typeface="Gill Sans"/>
                <a:sym typeface="Gill Sans"/>
              </a:rPr>
              <a:t>, cuando James Rumbaugh se unió a la compañía </a:t>
            </a:r>
            <a:r>
              <a:rPr b="1" i="0" lang="es-ES" sz="2800" u="none" cap="none" strike="noStrike">
                <a:solidFill>
                  <a:schemeClr val="lt1"/>
                </a:solidFill>
                <a:latin typeface="Gill Sans"/>
                <a:ea typeface="Gill Sans"/>
                <a:cs typeface="Gill Sans"/>
                <a:sym typeface="Gill Sans"/>
              </a:rPr>
              <a:t>Rational Software</a:t>
            </a:r>
            <a:r>
              <a:rPr b="0" i="0" lang="es-ES" sz="2800" u="none" cap="none" strike="noStrike">
                <a:solidFill>
                  <a:schemeClr val="lt1"/>
                </a:solidFill>
                <a:latin typeface="Gill Sans"/>
                <a:ea typeface="Gill Sans"/>
                <a:cs typeface="Gill Sans"/>
                <a:sym typeface="Gill Sans"/>
              </a:rPr>
              <a:t>, fundada por Grady Booch, con el objetivo de unificar dos métodos de modelado existentes: el </a:t>
            </a:r>
            <a:r>
              <a:rPr b="1" i="0" lang="es-ES" sz="2800" u="none" cap="none" strike="noStrike">
                <a:solidFill>
                  <a:schemeClr val="lt1"/>
                </a:solidFill>
                <a:latin typeface="Gill Sans"/>
                <a:ea typeface="Gill Sans"/>
                <a:cs typeface="Gill Sans"/>
                <a:sym typeface="Gill Sans"/>
              </a:rPr>
              <a:t>método Booch</a:t>
            </a:r>
            <a:r>
              <a:rPr b="0" i="0" lang="es-ES" sz="2800" u="none" cap="none" strike="noStrike">
                <a:solidFill>
                  <a:schemeClr val="lt1"/>
                </a:solidFill>
                <a:latin typeface="Gill Sans"/>
                <a:ea typeface="Gill Sans"/>
                <a:cs typeface="Gill Sans"/>
                <a:sym typeface="Gill Sans"/>
              </a:rPr>
              <a:t> y el </a:t>
            </a:r>
            <a:r>
              <a:rPr b="1" i="0" lang="es-ES" sz="2800" u="none" cap="none" strike="noStrike">
                <a:solidFill>
                  <a:schemeClr val="lt1"/>
                </a:solidFill>
                <a:latin typeface="Gill Sans"/>
                <a:ea typeface="Gill Sans"/>
                <a:cs typeface="Gill Sans"/>
                <a:sym typeface="Gill Sans"/>
              </a:rPr>
              <a:t>OMT (Objecto Modeling Tool)</a:t>
            </a:r>
            <a:r>
              <a:rPr b="0" i="0" lang="es-ES" sz="2800" u="none" cap="none" strike="noStrike">
                <a:solidFill>
                  <a:schemeClr val="lt1"/>
                </a:solidFill>
                <a:latin typeface="Gill Sans"/>
                <a:ea typeface="Gill Sans"/>
                <a:cs typeface="Gill Sans"/>
                <a:sym typeface="Gill Sans"/>
              </a:rPr>
              <a:t>.</a:t>
            </a:r>
            <a:endParaRPr b="0" i="0" sz="2800" u="none" cap="none" strike="noStrike">
              <a:solidFill>
                <a:schemeClr val="lt1"/>
              </a:solidFill>
              <a:latin typeface="Gill Sans"/>
              <a:ea typeface="Gill Sans"/>
              <a:cs typeface="Gill Sans"/>
              <a:sym typeface="Gill Sans"/>
            </a:endParaRPr>
          </a:p>
        </p:txBody>
      </p:sp>
      <p:cxnSp>
        <p:nvCxnSpPr>
          <p:cNvPr id="108" name="Google Shape;108;p2"/>
          <p:cNvCxnSpPr/>
          <p:nvPr/>
        </p:nvCxnSpPr>
        <p:spPr>
          <a:xfrm>
            <a:off x="3257550" y="1150143"/>
            <a:ext cx="1700213" cy="0"/>
          </a:xfrm>
          <a:prstGeom prst="straightConnector1">
            <a:avLst/>
          </a:prstGeom>
          <a:noFill/>
          <a:ln cap="flat" cmpd="sng" w="22225">
            <a:solidFill>
              <a:schemeClr val="accent1"/>
            </a:solidFill>
            <a:prstDash val="solid"/>
            <a:round/>
            <a:headEnd len="sm" w="sm" type="none"/>
            <a:tailEnd len="med" w="med" type="triangle"/>
          </a:ln>
        </p:spPr>
      </p:cxnSp>
      <p:sp>
        <p:nvSpPr>
          <p:cNvPr id="109" name="Google Shape;109;p2"/>
          <p:cNvSpPr/>
          <p:nvPr/>
        </p:nvSpPr>
        <p:spPr>
          <a:xfrm>
            <a:off x="728661" y="2245545"/>
            <a:ext cx="4229102" cy="3712335"/>
          </a:xfrm>
          <a:prstGeom prst="rect">
            <a:avLst/>
          </a:prstGeom>
          <a:solidFill>
            <a:srgbClr val="0E12C8"/>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Posteriormente, </a:t>
            </a:r>
            <a:r>
              <a:rPr b="1" i="0" lang="es-ES" sz="2800" u="none" cap="none" strike="noStrike">
                <a:solidFill>
                  <a:schemeClr val="lt1"/>
                </a:solidFill>
                <a:latin typeface="Gill Sans"/>
                <a:ea typeface="Gill Sans"/>
                <a:cs typeface="Gill Sans"/>
                <a:sym typeface="Gill Sans"/>
              </a:rPr>
              <a:t>Ivar Jacobson</a:t>
            </a:r>
            <a:r>
              <a:rPr b="0" i="0" lang="es-ES" sz="2800" u="none" cap="none" strike="noStrike">
                <a:solidFill>
                  <a:schemeClr val="lt1"/>
                </a:solidFill>
                <a:latin typeface="Gill Sans"/>
                <a:ea typeface="Gill Sans"/>
                <a:cs typeface="Gill Sans"/>
                <a:sym typeface="Gill Sans"/>
              </a:rPr>
              <a:t> se incorporó al proyecto, aportando su enfoque en </a:t>
            </a:r>
            <a:r>
              <a:rPr b="1" i="0" lang="es-ES" sz="2800" u="none" cap="none" strike="noStrike">
                <a:solidFill>
                  <a:schemeClr val="lt1"/>
                </a:solidFill>
                <a:latin typeface="Gill Sans"/>
                <a:ea typeface="Gill Sans"/>
                <a:cs typeface="Gill Sans"/>
                <a:sym typeface="Gill Sans"/>
              </a:rPr>
              <a:t>casos de uso</a:t>
            </a:r>
            <a:r>
              <a:rPr b="0" i="0" lang="es-ES" sz="2800" u="none" cap="none" strike="noStrike">
                <a:solidFill>
                  <a:schemeClr val="lt1"/>
                </a:solidFill>
                <a:latin typeface="Gill Sans"/>
                <a:ea typeface="Gill Sans"/>
                <a:cs typeface="Gill Sans"/>
                <a:sym typeface="Gill Sans"/>
              </a:rPr>
              <a:t>. Estos tres ingenieros son conocidos como los “</a:t>
            </a:r>
            <a:r>
              <a:rPr b="1" i="0" lang="es-ES" sz="2800" u="none" cap="none" strike="noStrike">
                <a:solidFill>
                  <a:schemeClr val="lt1"/>
                </a:solidFill>
                <a:latin typeface="Gill Sans"/>
                <a:ea typeface="Gill Sans"/>
                <a:cs typeface="Gill Sans"/>
                <a:sym typeface="Gill Sans"/>
              </a:rPr>
              <a:t>tres amigos</a:t>
            </a:r>
            <a:r>
              <a:rPr b="0" i="0" lang="es-ES" sz="2800" u="none" cap="none" strike="noStrike">
                <a:solidFill>
                  <a:schemeClr val="lt1"/>
                </a:solidFill>
                <a:latin typeface="Gill Sans"/>
                <a:ea typeface="Gill Sans"/>
                <a:cs typeface="Gill Sans"/>
                <a:sym typeface="Gill Sans"/>
              </a:rPr>
              <a:t>” del UML.</a:t>
            </a:r>
            <a:endParaRPr b="0" i="0" sz="2800" u="none" cap="none" strike="noStrike">
              <a:solidFill>
                <a:schemeClr val="lt1"/>
              </a:solidFill>
              <a:latin typeface="Gill Sans"/>
              <a:ea typeface="Gill Sans"/>
              <a:cs typeface="Gill Sans"/>
              <a:sym typeface="Gill Sans"/>
            </a:endParaRPr>
          </a:p>
        </p:txBody>
      </p:sp>
      <p:cxnSp>
        <p:nvCxnSpPr>
          <p:cNvPr id="110" name="Google Shape;110;p2"/>
          <p:cNvCxnSpPr/>
          <p:nvPr/>
        </p:nvCxnSpPr>
        <p:spPr>
          <a:xfrm flipH="1">
            <a:off x="4957688" y="3214687"/>
            <a:ext cx="2028900" cy="757200"/>
          </a:xfrm>
          <a:prstGeom prst="curvedConnector3">
            <a:avLst>
              <a:gd fmla="val 50000" name="adj1"/>
            </a:avLst>
          </a:prstGeom>
          <a:noFill/>
          <a:ln cap="flat" cmpd="sng" w="9525">
            <a:solidFill>
              <a:schemeClr val="accent1"/>
            </a:solidFill>
            <a:prstDash val="solid"/>
            <a:round/>
            <a:headEnd len="med" w="med" type="triangle"/>
            <a:tailEnd len="med" w="med" type="triangle"/>
          </a:ln>
        </p:spPr>
      </p:cxnSp>
    </p:spTree>
  </p:cSld>
  <p:clrMapOvr>
    <a:masterClrMapping/>
  </p:clrMapOvr>
  <p:transition p14:dur="100">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3"/>
          <p:cNvSpPr/>
          <p:nvPr/>
        </p:nvSpPr>
        <p:spPr>
          <a:xfrm>
            <a:off x="1451579" y="510728"/>
            <a:ext cx="2157413" cy="1385888"/>
          </a:xfrm>
          <a:prstGeom prst="rect">
            <a:avLst/>
          </a:prstGeom>
          <a:solidFill>
            <a:srgbClr val="FF0000"/>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origen</a:t>
            </a:r>
            <a:endParaRPr/>
          </a:p>
        </p:txBody>
      </p:sp>
      <p:sp>
        <p:nvSpPr>
          <p:cNvPr id="116" name="Google Shape;116;p3"/>
          <p:cNvSpPr/>
          <p:nvPr/>
        </p:nvSpPr>
        <p:spPr>
          <a:xfrm>
            <a:off x="6900861" y="443415"/>
            <a:ext cx="4153991" cy="2786058"/>
          </a:xfrm>
          <a:prstGeom prst="rect">
            <a:avLst/>
          </a:prstGeom>
          <a:solidFill>
            <a:srgbClr val="E7252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El primer borrador del lenguaje apareció en </a:t>
            </a:r>
            <a:r>
              <a:rPr b="1" i="0" lang="es-ES" sz="2800" u="none" cap="none" strike="noStrike">
                <a:solidFill>
                  <a:schemeClr val="lt1"/>
                </a:solidFill>
                <a:latin typeface="Gill Sans"/>
                <a:ea typeface="Gill Sans"/>
                <a:cs typeface="Gill Sans"/>
                <a:sym typeface="Gill Sans"/>
              </a:rPr>
              <a:t>octubre de 1995</a:t>
            </a:r>
            <a:r>
              <a:rPr b="0" i="0" lang="es-ES" sz="2800" u="none" cap="none" strike="noStrike">
                <a:solidFill>
                  <a:schemeClr val="lt1"/>
                </a:solidFill>
                <a:latin typeface="Gill Sans"/>
                <a:ea typeface="Gill Sans"/>
                <a:cs typeface="Gill Sans"/>
                <a:sym typeface="Gill Sans"/>
              </a:rPr>
              <a:t>, y se abrió a la colaboración de otras empresas para enriquecer su desarrollo.</a:t>
            </a:r>
            <a:endParaRPr b="0" i="0" sz="2800" u="none" cap="none" strike="noStrike">
              <a:solidFill>
                <a:schemeClr val="lt1"/>
              </a:solidFill>
              <a:latin typeface="Gill Sans"/>
              <a:ea typeface="Gill Sans"/>
              <a:cs typeface="Gill Sans"/>
              <a:sym typeface="Gill Sans"/>
            </a:endParaRPr>
          </a:p>
        </p:txBody>
      </p:sp>
      <p:sp>
        <p:nvSpPr>
          <p:cNvPr id="117" name="Google Shape;117;p3"/>
          <p:cNvSpPr/>
          <p:nvPr/>
        </p:nvSpPr>
        <p:spPr>
          <a:xfrm>
            <a:off x="1620650" y="2507175"/>
            <a:ext cx="5208900" cy="2993700"/>
          </a:xfrm>
          <a:prstGeom prst="rect">
            <a:avLst/>
          </a:prstGeom>
          <a:solidFill>
            <a:srgbClr val="255EB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 La intención era crear un lenguaje que simplificara la </a:t>
            </a:r>
            <a:r>
              <a:rPr b="1" i="0" lang="es-ES" sz="2800" u="none" cap="none" strike="noStrike">
                <a:solidFill>
                  <a:schemeClr val="lt1"/>
                </a:solidFill>
                <a:latin typeface="Gill Sans"/>
                <a:ea typeface="Gill Sans"/>
                <a:cs typeface="Gill Sans"/>
                <a:sym typeface="Gill Sans"/>
              </a:rPr>
              <a:t>documentación y el diseño de sistemas complejos orientados a objetos</a:t>
            </a:r>
            <a:r>
              <a:rPr b="0" i="0" lang="es-ES" sz="2800" u="none" cap="none" strike="noStrike">
                <a:solidFill>
                  <a:schemeClr val="lt1"/>
                </a:solidFill>
                <a:latin typeface="Gill Sans"/>
                <a:ea typeface="Gill Sans"/>
                <a:cs typeface="Gill Sans"/>
                <a:sym typeface="Gill Sans"/>
              </a:rPr>
              <a:t>, facilitando la comunicación entre desarrolladores y stakeholders.</a:t>
            </a:r>
            <a:endParaRPr b="0" i="0" sz="2800" u="none" cap="none" strike="noStrike">
              <a:solidFill>
                <a:schemeClr val="lt1"/>
              </a:solidFill>
              <a:latin typeface="Gill Sans"/>
              <a:ea typeface="Gill Sans"/>
              <a:cs typeface="Gill Sans"/>
              <a:sym typeface="Gill Sans"/>
            </a:endParaRPr>
          </a:p>
        </p:txBody>
      </p:sp>
      <p:cxnSp>
        <p:nvCxnSpPr>
          <p:cNvPr id="118" name="Google Shape;118;p3"/>
          <p:cNvCxnSpPr/>
          <p:nvPr/>
        </p:nvCxnSpPr>
        <p:spPr>
          <a:xfrm>
            <a:off x="3714749" y="1371998"/>
            <a:ext cx="3114673" cy="0"/>
          </a:xfrm>
          <a:prstGeom prst="straightConnector1">
            <a:avLst/>
          </a:prstGeom>
          <a:noFill/>
          <a:ln cap="flat" cmpd="sng" w="9525">
            <a:solidFill>
              <a:schemeClr val="accent1"/>
            </a:solidFill>
            <a:prstDash val="solid"/>
            <a:round/>
            <a:headEnd len="sm" w="sm" type="none"/>
            <a:tailEnd len="med" w="med" type="triangle"/>
          </a:ln>
        </p:spPr>
      </p:cxnSp>
      <p:sp>
        <p:nvSpPr>
          <p:cNvPr id="119" name="Google Shape;119;p3"/>
          <p:cNvSpPr/>
          <p:nvPr/>
        </p:nvSpPr>
        <p:spPr>
          <a:xfrm rot="5400000">
            <a:off x="7076310" y="3610451"/>
            <a:ext cx="484632" cy="978408"/>
          </a:xfrm>
          <a:prstGeom prst="downArrow">
            <a:avLst>
              <a:gd fmla="val 50000" name="adj1"/>
              <a:gd fmla="val 50000" name="adj2"/>
            </a:avLst>
          </a:prstGeom>
          <a:solidFill>
            <a:schemeClr val="accent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cxnSp>
        <p:nvCxnSpPr>
          <p:cNvPr id="120" name="Google Shape;120;p3"/>
          <p:cNvCxnSpPr/>
          <p:nvPr/>
        </p:nvCxnSpPr>
        <p:spPr>
          <a:xfrm>
            <a:off x="8358187" y="2921794"/>
            <a:ext cx="742951" cy="0"/>
          </a:xfrm>
          <a:prstGeom prst="straightConnector1">
            <a:avLst/>
          </a:prstGeom>
          <a:noFill/>
          <a:ln cap="flat" cmpd="sng" w="9525">
            <a:solidFill>
              <a:schemeClr val="accent1"/>
            </a:solidFill>
            <a:prstDash val="solid"/>
            <a:round/>
            <a:headEnd len="sm" w="sm" type="none"/>
            <a:tailEnd len="sm" w="sm" type="none"/>
          </a:ln>
        </p:spPr>
      </p:cxnSp>
      <p:cxnSp>
        <p:nvCxnSpPr>
          <p:cNvPr id="121" name="Google Shape;121;p3"/>
          <p:cNvCxnSpPr>
            <a:endCxn id="119" idx="0"/>
          </p:cNvCxnSpPr>
          <p:nvPr/>
        </p:nvCxnSpPr>
        <p:spPr>
          <a:xfrm>
            <a:off x="7615230" y="3229355"/>
            <a:ext cx="192600" cy="87030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transition spd="slow">
    <p:randomBar dir="ver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4"/>
          <p:cNvSpPr/>
          <p:nvPr/>
        </p:nvSpPr>
        <p:spPr>
          <a:xfrm>
            <a:off x="1007268" y="1239392"/>
            <a:ext cx="2800351" cy="1528762"/>
          </a:xfrm>
          <a:prstGeom prst="rect">
            <a:avLst/>
          </a:prstGeom>
          <a:solidFill>
            <a:schemeClr val="dk1"/>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3200" u="none" cap="none" strike="noStrike">
                <a:solidFill>
                  <a:schemeClr val="lt1"/>
                </a:solidFill>
                <a:latin typeface="Gill Sans"/>
                <a:ea typeface="Gill Sans"/>
                <a:cs typeface="Gill Sans"/>
                <a:sym typeface="Gill Sans"/>
              </a:rPr>
              <a:t>estandarización</a:t>
            </a:r>
            <a:endParaRPr/>
          </a:p>
        </p:txBody>
      </p:sp>
      <p:sp>
        <p:nvSpPr>
          <p:cNvPr id="127" name="Google Shape;127;p4"/>
          <p:cNvSpPr/>
          <p:nvPr/>
        </p:nvSpPr>
        <p:spPr>
          <a:xfrm>
            <a:off x="5600809" y="734276"/>
            <a:ext cx="5454045" cy="2592583"/>
          </a:xfrm>
          <a:prstGeom prst="roundRect">
            <a:avLst>
              <a:gd fmla="val 16667" name="adj"/>
            </a:avLst>
          </a:prstGeom>
          <a:solidFill>
            <a:srgbClr val="E72525"/>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En </a:t>
            </a:r>
            <a:r>
              <a:rPr b="1" i="0" lang="es-ES" sz="2800" u="none" cap="none" strike="noStrike">
                <a:solidFill>
                  <a:schemeClr val="lt1"/>
                </a:solidFill>
                <a:latin typeface="Gill Sans"/>
                <a:ea typeface="Gill Sans"/>
                <a:cs typeface="Gill Sans"/>
                <a:sym typeface="Gill Sans"/>
              </a:rPr>
              <a:t>1997</a:t>
            </a:r>
            <a:r>
              <a:rPr b="0" i="0" lang="es-ES" sz="2800" u="none" cap="none" strike="noStrike">
                <a:solidFill>
                  <a:schemeClr val="lt1"/>
                </a:solidFill>
                <a:latin typeface="Gill Sans"/>
                <a:ea typeface="Gill Sans"/>
                <a:cs typeface="Gill Sans"/>
                <a:sym typeface="Gill Sans"/>
              </a:rPr>
              <a:t>, UML fue adoptado como estándar por el </a:t>
            </a:r>
            <a:r>
              <a:rPr b="1" i="0" lang="es-ES" sz="2800" u="none" cap="none" strike="noStrike">
                <a:solidFill>
                  <a:schemeClr val="lt1"/>
                </a:solidFill>
                <a:latin typeface="Gill Sans"/>
                <a:ea typeface="Gill Sans"/>
                <a:cs typeface="Gill Sans"/>
                <a:sym typeface="Gill Sans"/>
              </a:rPr>
              <a:t>Object Management Group (OMG)</a:t>
            </a:r>
            <a:r>
              <a:rPr b="0" i="0" lang="es-ES" sz="2800" u="none" cap="none" strike="noStrike">
                <a:solidFill>
                  <a:schemeClr val="lt1"/>
                </a:solidFill>
                <a:latin typeface="Gill Sans"/>
                <a:ea typeface="Gill Sans"/>
                <a:cs typeface="Gill Sans"/>
                <a:sym typeface="Gill Sans"/>
              </a:rPr>
              <a:t>, organización encargada de gestionar estándares relacionados con la tecnología orientada a objetos.</a:t>
            </a:r>
            <a:endParaRPr b="0" i="0" sz="2800" u="none" cap="none" strike="noStrike">
              <a:solidFill>
                <a:schemeClr val="lt1"/>
              </a:solidFill>
              <a:latin typeface="Gill Sans"/>
              <a:ea typeface="Gill Sans"/>
              <a:cs typeface="Gill Sans"/>
              <a:sym typeface="Gill Sans"/>
            </a:endParaRPr>
          </a:p>
        </p:txBody>
      </p:sp>
      <p:sp>
        <p:nvSpPr>
          <p:cNvPr id="128" name="Google Shape;128;p4"/>
          <p:cNvSpPr/>
          <p:nvPr/>
        </p:nvSpPr>
        <p:spPr>
          <a:xfrm>
            <a:off x="1643061" y="3814764"/>
            <a:ext cx="8358189" cy="1803844"/>
          </a:xfrm>
          <a:prstGeom prst="rect">
            <a:avLst/>
          </a:prstGeom>
          <a:solidFill>
            <a:srgbClr val="FFFF00"/>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dk1"/>
                </a:solidFill>
                <a:latin typeface="Gill Sans"/>
                <a:ea typeface="Gill Sans"/>
                <a:cs typeface="Gill Sans"/>
                <a:sym typeface="Gill Sans"/>
              </a:rPr>
              <a:t>Posteriormente, en </a:t>
            </a:r>
            <a:r>
              <a:rPr b="1" i="0" lang="es-ES" sz="2800" u="none" cap="none" strike="noStrike">
                <a:solidFill>
                  <a:schemeClr val="dk1"/>
                </a:solidFill>
                <a:latin typeface="Gill Sans"/>
                <a:ea typeface="Gill Sans"/>
                <a:cs typeface="Gill Sans"/>
                <a:sym typeface="Gill Sans"/>
              </a:rPr>
              <a:t>2005</a:t>
            </a:r>
            <a:r>
              <a:rPr b="0" i="0" lang="es-ES" sz="2800" u="none" cap="none" strike="noStrike">
                <a:solidFill>
                  <a:schemeClr val="dk1"/>
                </a:solidFill>
                <a:latin typeface="Gill Sans"/>
                <a:ea typeface="Gill Sans"/>
                <a:cs typeface="Gill Sans"/>
                <a:sym typeface="Gill Sans"/>
              </a:rPr>
              <a:t>, la </a:t>
            </a:r>
            <a:r>
              <a:rPr b="1" i="0" lang="es-ES" sz="2800" u="none" cap="none" strike="noStrike">
                <a:solidFill>
                  <a:schemeClr val="dk1"/>
                </a:solidFill>
                <a:latin typeface="Gill Sans"/>
                <a:ea typeface="Gill Sans"/>
                <a:cs typeface="Gill Sans"/>
                <a:sym typeface="Gill Sans"/>
              </a:rPr>
              <a:t>ISO</a:t>
            </a:r>
            <a:r>
              <a:rPr b="0" i="0" lang="es-ES" sz="2800" u="none" cap="none" strike="noStrike">
                <a:solidFill>
                  <a:schemeClr val="dk1"/>
                </a:solidFill>
                <a:latin typeface="Gill Sans"/>
                <a:ea typeface="Gill Sans"/>
                <a:cs typeface="Gill Sans"/>
                <a:sym typeface="Gill Sans"/>
              </a:rPr>
              <a:t> aprobó UML como estándar internacional (ISO/IEC),. Desde entonces, OMG ha continuado gestionando revisiones y actualizaciones del lenguaje.</a:t>
            </a:r>
            <a:endParaRPr b="0" i="0" sz="2800" u="none" cap="none" strike="noStrike">
              <a:solidFill>
                <a:schemeClr val="dk1"/>
              </a:solidFill>
              <a:latin typeface="Gill Sans"/>
              <a:ea typeface="Gill Sans"/>
              <a:cs typeface="Gill Sans"/>
              <a:sym typeface="Gill Sans"/>
            </a:endParaRPr>
          </a:p>
        </p:txBody>
      </p:sp>
      <p:cxnSp>
        <p:nvCxnSpPr>
          <p:cNvPr id="129" name="Google Shape;129;p4"/>
          <p:cNvCxnSpPr/>
          <p:nvPr/>
        </p:nvCxnSpPr>
        <p:spPr>
          <a:xfrm rot="10800000">
            <a:off x="5986463" y="4714875"/>
            <a:ext cx="0" cy="171450"/>
          </a:xfrm>
          <a:prstGeom prst="straightConnector1">
            <a:avLst/>
          </a:prstGeom>
          <a:noFill/>
          <a:ln cap="flat" cmpd="sng" w="9525">
            <a:solidFill>
              <a:schemeClr val="accent1"/>
            </a:solidFill>
            <a:prstDash val="solid"/>
            <a:round/>
            <a:headEnd len="sm" w="sm" type="none"/>
            <a:tailEnd len="sm" w="sm" type="none"/>
          </a:ln>
        </p:spPr>
      </p:cxnSp>
      <p:cxnSp>
        <p:nvCxnSpPr>
          <p:cNvPr id="130" name="Google Shape;130;p4"/>
          <p:cNvCxnSpPr/>
          <p:nvPr/>
        </p:nvCxnSpPr>
        <p:spPr>
          <a:xfrm flipH="1">
            <a:off x="3914775" y="2768154"/>
            <a:ext cx="1686034" cy="989459"/>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p:transition spd="slow" p14:dur="800">
    <p:circl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p:nvPr/>
        </p:nvSpPr>
        <p:spPr>
          <a:xfrm>
            <a:off x="457200" y="417241"/>
            <a:ext cx="2228850" cy="914400"/>
          </a:xfrm>
          <a:prstGeom prst="rect">
            <a:avLst/>
          </a:prstGeom>
          <a:solidFill>
            <a:schemeClr val="dk1"/>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La evolución</a:t>
            </a:r>
            <a:endParaRPr/>
          </a:p>
        </p:txBody>
      </p:sp>
      <p:sp>
        <p:nvSpPr>
          <p:cNvPr id="136" name="Google Shape;136;p5"/>
          <p:cNvSpPr/>
          <p:nvPr/>
        </p:nvSpPr>
        <p:spPr>
          <a:xfrm>
            <a:off x="4371974" y="417240"/>
            <a:ext cx="5286376" cy="1667393"/>
          </a:xfrm>
          <a:prstGeom prst="rect">
            <a:avLst/>
          </a:prstGeom>
          <a:solidFill>
            <a:srgbClr val="FFFF00"/>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2800" u="none" cap="none" strike="noStrike">
                <a:solidFill>
                  <a:schemeClr val="dk1"/>
                </a:solidFill>
                <a:latin typeface="Gill Sans"/>
                <a:ea typeface="Gill Sans"/>
                <a:cs typeface="Gill Sans"/>
                <a:sym typeface="Gill Sans"/>
              </a:rPr>
              <a:t>UML 1.0 (1997)</a:t>
            </a:r>
            <a:r>
              <a:rPr b="0" i="0" lang="es-ES" sz="2800" u="none" cap="none" strike="noStrike">
                <a:solidFill>
                  <a:schemeClr val="dk1"/>
                </a:solidFill>
                <a:latin typeface="Gill Sans"/>
                <a:ea typeface="Gill Sans"/>
                <a:cs typeface="Gill Sans"/>
                <a:sym typeface="Gill Sans"/>
              </a:rPr>
              <a:t>: Primera versión oficial, con diagramas básicos para modelar sistemas orientados a objetos.</a:t>
            </a:r>
            <a:endParaRPr/>
          </a:p>
        </p:txBody>
      </p:sp>
      <p:sp>
        <p:nvSpPr>
          <p:cNvPr id="137" name="Google Shape;137;p5"/>
          <p:cNvSpPr/>
          <p:nvPr/>
        </p:nvSpPr>
        <p:spPr>
          <a:xfrm>
            <a:off x="297164" y="1498067"/>
            <a:ext cx="3946222" cy="1653108"/>
          </a:xfrm>
          <a:prstGeom prst="rect">
            <a:avLst/>
          </a:prstGeom>
          <a:solidFill>
            <a:srgbClr val="77C115"/>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2800" u="none" cap="none" strike="noStrike">
                <a:solidFill>
                  <a:schemeClr val="lt1"/>
                </a:solidFill>
                <a:latin typeface="Gill Sans"/>
                <a:ea typeface="Gill Sans"/>
                <a:cs typeface="Gill Sans"/>
                <a:sym typeface="Gill Sans"/>
              </a:rPr>
              <a:t>UML 1.x</a:t>
            </a:r>
            <a:r>
              <a:rPr b="0" i="0" lang="es-ES" sz="2800" u="none" cap="none" strike="noStrike">
                <a:solidFill>
                  <a:schemeClr val="lt1"/>
                </a:solidFill>
                <a:latin typeface="Gill Sans"/>
                <a:ea typeface="Gill Sans"/>
                <a:cs typeface="Gill Sans"/>
                <a:sym typeface="Gill Sans"/>
              </a:rPr>
              <a:t>: Varias revisiones hasta la versión 1.4, con mejoras en notación y semántica.</a:t>
            </a:r>
            <a:endParaRPr b="0" i="0" sz="2800" u="none" cap="none" strike="noStrike">
              <a:solidFill>
                <a:schemeClr val="lt1"/>
              </a:solidFill>
              <a:latin typeface="Gill Sans"/>
              <a:ea typeface="Gill Sans"/>
              <a:cs typeface="Gill Sans"/>
              <a:sym typeface="Gill Sans"/>
            </a:endParaRPr>
          </a:p>
        </p:txBody>
      </p:sp>
      <p:sp>
        <p:nvSpPr>
          <p:cNvPr id="138" name="Google Shape;138;p5"/>
          <p:cNvSpPr/>
          <p:nvPr/>
        </p:nvSpPr>
        <p:spPr>
          <a:xfrm>
            <a:off x="4719639" y="2324621"/>
            <a:ext cx="7175196" cy="2061682"/>
          </a:xfrm>
          <a:prstGeom prst="rect">
            <a:avLst/>
          </a:prstGeom>
          <a:solidFill>
            <a:srgbClr val="3D372F"/>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s-ES" sz="2800" u="none" cap="none" strike="noStrike">
                <a:solidFill>
                  <a:schemeClr val="lt1"/>
                </a:solidFill>
                <a:latin typeface="Gill Sans"/>
                <a:ea typeface="Gill Sans"/>
                <a:cs typeface="Gill Sans"/>
                <a:sym typeface="Gill Sans"/>
              </a:rPr>
              <a:t>UML 2.x</a:t>
            </a:r>
            <a:r>
              <a:rPr b="0" i="0" lang="es-ES" sz="2800" u="none" cap="none" strike="noStrike">
                <a:solidFill>
                  <a:schemeClr val="lt1"/>
                </a:solidFill>
                <a:latin typeface="Gill Sans"/>
                <a:ea typeface="Gill Sans"/>
                <a:cs typeface="Gill Sans"/>
                <a:sym typeface="Gill Sans"/>
              </a:rPr>
              <a:t>: Introducción de diagramas más complejos, simplificación de notaciones y mejor integración con metodologías ágiles. La versión </a:t>
            </a:r>
            <a:r>
              <a:rPr b="1" i="0" lang="es-ES" sz="2800" u="none" cap="none" strike="noStrike">
                <a:solidFill>
                  <a:schemeClr val="lt1"/>
                </a:solidFill>
                <a:latin typeface="Gill Sans"/>
                <a:ea typeface="Gill Sans"/>
                <a:cs typeface="Gill Sans"/>
                <a:sym typeface="Gill Sans"/>
              </a:rPr>
              <a:t>2.5</a:t>
            </a:r>
            <a:r>
              <a:rPr b="0" i="0" lang="es-ES" sz="2800" u="none" cap="none" strike="noStrike">
                <a:solidFill>
                  <a:schemeClr val="lt1"/>
                </a:solidFill>
                <a:latin typeface="Gill Sans"/>
                <a:ea typeface="Gill Sans"/>
                <a:cs typeface="Gill Sans"/>
                <a:sym typeface="Gill Sans"/>
              </a:rPr>
              <a:t> se publicó en </a:t>
            </a:r>
            <a:r>
              <a:rPr b="1" i="0" lang="es-ES" sz="2800" u="none" cap="none" strike="noStrike">
                <a:solidFill>
                  <a:schemeClr val="lt1"/>
                </a:solidFill>
                <a:latin typeface="Gill Sans"/>
                <a:ea typeface="Gill Sans"/>
                <a:cs typeface="Gill Sans"/>
                <a:sym typeface="Gill Sans"/>
              </a:rPr>
              <a:t>2015</a:t>
            </a:r>
            <a:r>
              <a:rPr b="0" i="0" lang="es-ES" sz="2800" u="none" cap="none" strike="noStrike">
                <a:solidFill>
                  <a:schemeClr val="lt1"/>
                </a:solidFill>
                <a:latin typeface="Gill Sans"/>
                <a:ea typeface="Gill Sans"/>
                <a:cs typeface="Gill Sans"/>
                <a:sym typeface="Gill Sans"/>
              </a:rPr>
              <a:t>, y la última versión conocida es </a:t>
            </a:r>
            <a:r>
              <a:rPr b="1" i="0" lang="es-ES" sz="2800" u="none" cap="none" strike="noStrike">
                <a:solidFill>
                  <a:schemeClr val="lt1"/>
                </a:solidFill>
                <a:latin typeface="Gill Sans"/>
                <a:ea typeface="Gill Sans"/>
                <a:cs typeface="Gill Sans"/>
                <a:sym typeface="Gill Sans"/>
              </a:rPr>
              <a:t>2.5.1 (2017)</a:t>
            </a:r>
            <a:r>
              <a:rPr b="0" i="0" lang="es-ES" sz="2800" u="none" cap="none" strike="noStrike">
                <a:solidFill>
                  <a:schemeClr val="lt1"/>
                </a:solidFill>
                <a:latin typeface="Gill Sans"/>
                <a:ea typeface="Gill Sans"/>
                <a:cs typeface="Gill Sans"/>
                <a:sym typeface="Gill Sans"/>
              </a:rPr>
              <a:t>.</a:t>
            </a:r>
            <a:endParaRPr b="0" i="0" sz="2800" u="none" cap="none" strike="noStrike">
              <a:solidFill>
                <a:schemeClr val="lt1"/>
              </a:solidFill>
              <a:latin typeface="Gill Sans"/>
              <a:ea typeface="Gill Sans"/>
              <a:cs typeface="Gill Sans"/>
              <a:sym typeface="Gill Sans"/>
            </a:endParaRPr>
          </a:p>
        </p:txBody>
      </p:sp>
      <p:cxnSp>
        <p:nvCxnSpPr>
          <p:cNvPr id="139" name="Google Shape;139;p5"/>
          <p:cNvCxnSpPr>
            <a:endCxn id="136" idx="1"/>
          </p:cNvCxnSpPr>
          <p:nvPr/>
        </p:nvCxnSpPr>
        <p:spPr>
          <a:xfrm>
            <a:off x="3972074" y="1118637"/>
            <a:ext cx="399900" cy="132300"/>
          </a:xfrm>
          <a:prstGeom prst="straightConnector1">
            <a:avLst/>
          </a:prstGeom>
          <a:noFill/>
          <a:ln cap="flat" cmpd="sng" w="9525">
            <a:solidFill>
              <a:schemeClr val="accent1"/>
            </a:solidFill>
            <a:prstDash val="solid"/>
            <a:round/>
            <a:headEnd len="sm" w="sm" type="none"/>
            <a:tailEnd len="med" w="med" type="triangle"/>
          </a:ln>
        </p:spPr>
      </p:cxnSp>
      <p:cxnSp>
        <p:nvCxnSpPr>
          <p:cNvPr id="140" name="Google Shape;140;p5"/>
          <p:cNvCxnSpPr/>
          <p:nvPr/>
        </p:nvCxnSpPr>
        <p:spPr>
          <a:xfrm>
            <a:off x="3043238" y="3171825"/>
            <a:ext cx="0" cy="257175"/>
          </a:xfrm>
          <a:prstGeom prst="straightConnector1">
            <a:avLst/>
          </a:prstGeom>
          <a:noFill/>
          <a:ln cap="flat" cmpd="sng" w="9525">
            <a:solidFill>
              <a:schemeClr val="accent1"/>
            </a:solidFill>
            <a:prstDash val="solid"/>
            <a:round/>
            <a:headEnd len="sm" w="sm" type="none"/>
            <a:tailEnd len="med" w="med" type="triangle"/>
          </a:ln>
        </p:spPr>
      </p:cxnSp>
      <p:sp>
        <p:nvSpPr>
          <p:cNvPr id="141" name="Google Shape;141;p5"/>
          <p:cNvSpPr/>
          <p:nvPr/>
        </p:nvSpPr>
        <p:spPr>
          <a:xfrm>
            <a:off x="185745" y="3449650"/>
            <a:ext cx="4533876" cy="3179750"/>
          </a:xfrm>
          <a:prstGeom prst="rect">
            <a:avLst/>
          </a:prstGeom>
          <a:solidFill>
            <a:srgbClr val="66FFFF"/>
          </a:solid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dk1"/>
                </a:solidFill>
                <a:latin typeface="Gill Sans"/>
                <a:ea typeface="Gill Sans"/>
                <a:cs typeface="Gill Sans"/>
                <a:sym typeface="Gill Sans"/>
              </a:rPr>
              <a:t>Cada versión buscó </a:t>
            </a:r>
            <a:r>
              <a:rPr b="1" i="0" lang="es-ES" sz="2800" u="none" cap="none" strike="noStrike">
                <a:solidFill>
                  <a:schemeClr val="dk1"/>
                </a:solidFill>
                <a:latin typeface="Gill Sans"/>
                <a:ea typeface="Gill Sans"/>
                <a:cs typeface="Gill Sans"/>
                <a:sym typeface="Gill Sans"/>
              </a:rPr>
              <a:t>mejorar la funcionalidad y adaptabilidad</a:t>
            </a:r>
            <a:r>
              <a:rPr b="0" i="0" lang="es-ES" sz="2800" u="none" cap="none" strike="noStrike">
                <a:solidFill>
                  <a:schemeClr val="dk1"/>
                </a:solidFill>
                <a:latin typeface="Gill Sans"/>
                <a:ea typeface="Gill Sans"/>
                <a:cs typeface="Gill Sans"/>
                <a:sym typeface="Gill Sans"/>
              </a:rPr>
              <a:t> del lenguaje, incorporando nuevos tipos de diagramas y refinando la notación para facilitar la comprensión de sistemas complejos. </a:t>
            </a:r>
            <a:endParaRPr b="0" i="0" sz="2800" u="none" cap="none" strike="noStrike">
              <a:solidFill>
                <a:schemeClr val="dk1"/>
              </a:solidFill>
              <a:latin typeface="Gill Sans"/>
              <a:ea typeface="Gill Sans"/>
              <a:cs typeface="Gill Sans"/>
              <a:sym typeface="Gill Sans"/>
            </a:endParaRPr>
          </a:p>
        </p:txBody>
      </p:sp>
      <p:cxnSp>
        <p:nvCxnSpPr>
          <p:cNvPr id="142" name="Google Shape;142;p5"/>
          <p:cNvCxnSpPr/>
          <p:nvPr/>
        </p:nvCxnSpPr>
        <p:spPr>
          <a:xfrm flipH="1" rot="10800000">
            <a:off x="5286375" y="2084633"/>
            <a:ext cx="242888" cy="239988"/>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mc:AlternateContent>
    <mc:Choice Requires="p14">
      <p:transition spd="slow" p14:dur="1200">
        <p:fade thruBlk="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p:nvPr/>
        </p:nvSpPr>
        <p:spPr>
          <a:xfrm>
            <a:off x="1451579" y="2015732"/>
            <a:ext cx="2063146" cy="914400"/>
          </a:xfrm>
          <a:prstGeom prst="roundRect">
            <a:avLst>
              <a:gd fmla="val 16667" name="adj"/>
            </a:avLst>
          </a:prstGeom>
          <a:solidFill>
            <a:schemeClr val="accent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s-ES" sz="2800" u="none" cap="none" strike="noStrike">
                <a:solidFill>
                  <a:schemeClr val="lt1"/>
                </a:solidFill>
                <a:latin typeface="Gill Sans"/>
                <a:ea typeface="Gill Sans"/>
                <a:cs typeface="Gill Sans"/>
                <a:sym typeface="Gill Sans"/>
              </a:rPr>
              <a:t>Importancia del uml</a:t>
            </a:r>
            <a:endParaRPr b="0" i="0" sz="2800" u="none" cap="none" strike="noStrike">
              <a:solidFill>
                <a:schemeClr val="lt1"/>
              </a:solidFill>
              <a:latin typeface="Gill Sans"/>
              <a:ea typeface="Gill Sans"/>
              <a:cs typeface="Gill Sans"/>
              <a:sym typeface="Gill Sans"/>
            </a:endParaRPr>
          </a:p>
        </p:txBody>
      </p:sp>
      <p:sp>
        <p:nvSpPr>
          <p:cNvPr id="148" name="Google Shape;148;p6"/>
          <p:cNvSpPr/>
          <p:nvPr/>
        </p:nvSpPr>
        <p:spPr>
          <a:xfrm>
            <a:off x="4114800" y="1228725"/>
            <a:ext cx="6940054" cy="3371849"/>
          </a:xfrm>
          <a:prstGeom prst="rect">
            <a:avLst/>
          </a:prstGeom>
          <a:solidFill>
            <a:schemeClr val="accent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s-ES" sz="2400" u="none" cap="none" strike="noStrike">
                <a:solidFill>
                  <a:schemeClr val="lt1"/>
                </a:solidFill>
                <a:latin typeface="Gill Sans"/>
                <a:ea typeface="Gill Sans"/>
                <a:cs typeface="Gill Sans"/>
                <a:sym typeface="Gill Sans"/>
              </a:rPr>
              <a:t>UML se utiliza para </a:t>
            </a:r>
            <a:r>
              <a:rPr b="1" i="0" lang="es-ES" sz="2400" u="none" cap="none" strike="noStrike">
                <a:solidFill>
                  <a:schemeClr val="lt1"/>
                </a:solidFill>
                <a:latin typeface="Gill Sans"/>
                <a:ea typeface="Gill Sans"/>
                <a:cs typeface="Gill Sans"/>
                <a:sym typeface="Gill Sans"/>
              </a:rPr>
              <a:t>especificar, visualizar, modificar, construir y documentar sistemas de software</a:t>
            </a:r>
            <a:r>
              <a:rPr b="0" i="0" lang="es-ES" sz="2400" u="none" cap="none" strike="noStrike">
                <a:solidFill>
                  <a:schemeClr val="lt1"/>
                </a:solidFill>
                <a:latin typeface="Gill Sans"/>
                <a:ea typeface="Gill Sans"/>
                <a:cs typeface="Gill Sans"/>
                <a:sym typeface="Gill Sans"/>
              </a:rPr>
              <a:t>, y su notación gráfica permite representar diferentes aspectos de un sistema, desde </a:t>
            </a:r>
            <a:r>
              <a:rPr b="1" i="0" lang="es-ES" sz="2400" u="none" cap="none" strike="noStrike">
                <a:solidFill>
                  <a:schemeClr val="lt1"/>
                </a:solidFill>
                <a:latin typeface="Gill Sans"/>
                <a:ea typeface="Gill Sans"/>
                <a:cs typeface="Gill Sans"/>
                <a:sym typeface="Gill Sans"/>
              </a:rPr>
              <a:t>casos de uso y diagramas de clases</a:t>
            </a:r>
            <a:r>
              <a:rPr b="0" i="0" lang="es-ES" sz="2400" u="none" cap="none" strike="noStrike">
                <a:solidFill>
                  <a:schemeClr val="lt1"/>
                </a:solidFill>
                <a:latin typeface="Gill Sans"/>
                <a:ea typeface="Gill Sans"/>
                <a:cs typeface="Gill Sans"/>
                <a:sym typeface="Gill Sans"/>
              </a:rPr>
              <a:t> hasta </a:t>
            </a:r>
            <a:r>
              <a:rPr b="1" i="0" lang="es-ES" sz="2400" u="none" cap="none" strike="noStrike">
                <a:solidFill>
                  <a:schemeClr val="lt1"/>
                </a:solidFill>
                <a:latin typeface="Gill Sans"/>
                <a:ea typeface="Gill Sans"/>
                <a:cs typeface="Gill Sans"/>
                <a:sym typeface="Gill Sans"/>
              </a:rPr>
              <a:t>diagramas de despliegue y secuencia</a:t>
            </a:r>
            <a:r>
              <a:rPr b="0" i="0" lang="es-ES" sz="2400" u="none" cap="none" strike="noStrike">
                <a:solidFill>
                  <a:schemeClr val="lt1"/>
                </a:solidFill>
                <a:latin typeface="Gill Sans"/>
                <a:ea typeface="Gill Sans"/>
                <a:cs typeface="Gill Sans"/>
                <a:sym typeface="Gill Sans"/>
              </a:rPr>
              <a:t>. Además, su flexibilidad permite modelar no solo software, sino también </a:t>
            </a:r>
            <a:r>
              <a:rPr b="1" i="0" lang="es-ES" sz="2400" u="none" cap="none" strike="noStrike">
                <a:solidFill>
                  <a:schemeClr val="lt1"/>
                </a:solidFill>
                <a:latin typeface="Gill Sans"/>
                <a:ea typeface="Gill Sans"/>
                <a:cs typeface="Gill Sans"/>
                <a:sym typeface="Gill Sans"/>
              </a:rPr>
              <a:t>procesos de negocio, estructuras organizacionales y hardware</a:t>
            </a:r>
            <a:r>
              <a:rPr b="0" i="0" lang="es-ES" sz="2400" u="none" cap="none" strike="noStrike">
                <a:solidFill>
                  <a:schemeClr val="lt1"/>
                </a:solidFill>
                <a:latin typeface="Gill Sans"/>
                <a:ea typeface="Gill Sans"/>
                <a:cs typeface="Gill Sans"/>
                <a:sym typeface="Gill Sans"/>
              </a:rPr>
              <a:t>. </a:t>
            </a:r>
            <a:endParaRPr/>
          </a:p>
          <a:p>
            <a:pPr indent="0" lvl="0" marL="0" marR="0" rtl="0" algn="l">
              <a:spcBef>
                <a:spcPts val="0"/>
              </a:spcBef>
              <a:spcAft>
                <a:spcPts val="0"/>
              </a:spcAft>
              <a:buNone/>
            </a:pPr>
            <a:br>
              <a:rPr lang="es-ES" sz="1800" u="sng">
                <a:solidFill>
                  <a:schemeClr val="lt1"/>
                </a:solidFill>
                <a:latin typeface="Gill Sans"/>
                <a:ea typeface="Gill Sans"/>
                <a:cs typeface="Gill Sans"/>
                <a:sym typeface="Gill Sans"/>
                <a:hlinkClick r:id="rId3">
                  <a:extLst>
                    <a:ext uri="{A12FA001-AC4F-418D-AE19-62706E023703}">
                      <ahyp:hlinkClr val="tx"/>
                    </a:ext>
                  </a:extLst>
                </a:hlinkClick>
              </a:rPr>
            </a:br>
            <a:endParaRPr sz="1800">
              <a:solidFill>
                <a:schemeClr val="lt1"/>
              </a:solidFill>
              <a:latin typeface="Gill Sans"/>
              <a:ea typeface="Gill Sans"/>
              <a:cs typeface="Gill Sans"/>
              <a:sym typeface="Gill Sans"/>
            </a:endParaRPr>
          </a:p>
        </p:txBody>
      </p:sp>
      <p:cxnSp>
        <p:nvCxnSpPr>
          <p:cNvPr id="149" name="Google Shape;149;p6"/>
          <p:cNvCxnSpPr/>
          <p:nvPr/>
        </p:nvCxnSpPr>
        <p:spPr>
          <a:xfrm>
            <a:off x="3514725" y="2271713"/>
            <a:ext cx="600075" cy="1428750"/>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p:transition spd="slow" p14:dur="1600">
    <p:blinds dir="ver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p:nvPr/>
        </p:nvSpPr>
        <p:spPr>
          <a:xfrm>
            <a:off x="2014538" y="2314575"/>
            <a:ext cx="1814512" cy="914400"/>
          </a:xfrm>
          <a:prstGeom prst="rect">
            <a:avLst/>
          </a:prstGeom>
          <a:solidFill>
            <a:srgbClr val="FF0000"/>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resumen</a:t>
            </a:r>
            <a:endParaRPr/>
          </a:p>
        </p:txBody>
      </p:sp>
      <p:sp>
        <p:nvSpPr>
          <p:cNvPr id="155" name="Google Shape;155;p7"/>
          <p:cNvSpPr/>
          <p:nvPr/>
        </p:nvSpPr>
        <p:spPr>
          <a:xfrm>
            <a:off x="4171949" y="2314574"/>
            <a:ext cx="6772276" cy="3043239"/>
          </a:xfrm>
          <a:prstGeom prst="rect">
            <a:avLst/>
          </a:prstGeom>
          <a:solidFill>
            <a:srgbClr val="FF0000"/>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UML surgió como una respuesta a la necesidad de un lenguaje unificado para modelar sistemas complejos, consolidándose como un estándar ampliamente aceptado en la industria del software y evolucionando continuamente para adaptarse a nuevas metodologías y tecnologías.</a:t>
            </a:r>
            <a:endParaRPr sz="2800">
              <a:solidFill>
                <a:schemeClr val="lt1"/>
              </a:solidFill>
              <a:latin typeface="Gill Sans"/>
              <a:ea typeface="Gill Sans"/>
              <a:cs typeface="Gill Sans"/>
              <a:sym typeface="Gill Sans"/>
            </a:endParaRPr>
          </a:p>
        </p:txBody>
      </p:sp>
      <p:cxnSp>
        <p:nvCxnSpPr>
          <p:cNvPr id="156" name="Google Shape;156;p7"/>
          <p:cNvCxnSpPr/>
          <p:nvPr/>
        </p:nvCxnSpPr>
        <p:spPr>
          <a:xfrm>
            <a:off x="3829050" y="3228975"/>
            <a:ext cx="300038" cy="1200150"/>
          </a:xfrm>
          <a:prstGeom prst="straightConnector1">
            <a:avLst/>
          </a:prstGeom>
          <a:noFill/>
          <a:ln cap="flat" cmpd="sng" w="22225">
            <a:solidFill>
              <a:schemeClr val="accent1"/>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1451579" y="804519"/>
            <a:ext cx="9603275" cy="104923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Gill Sans"/>
              <a:buNone/>
            </a:pPr>
            <a:r>
              <a:rPr lang="es-ES"/>
              <a:t>REQUERIMIENTOS FUNCIONALES Y NO FUNCIONALES</a:t>
            </a:r>
            <a:endParaRPr/>
          </a:p>
        </p:txBody>
      </p:sp>
      <p:pic>
        <p:nvPicPr>
          <p:cNvPr id="162" name="Google Shape;162;p8"/>
          <p:cNvPicPr preferRelativeResize="0"/>
          <p:nvPr/>
        </p:nvPicPr>
        <p:blipFill rotWithShape="1">
          <a:blip r:embed="rId3">
            <a:alphaModFix/>
          </a:blip>
          <a:srcRect b="0" l="0" r="0" t="0"/>
          <a:stretch/>
        </p:blipFill>
        <p:spPr>
          <a:xfrm>
            <a:off x="0" y="1853754"/>
            <a:ext cx="4876800" cy="3657600"/>
          </a:xfrm>
          <a:prstGeom prst="rect">
            <a:avLst/>
          </a:prstGeom>
          <a:noFill/>
          <a:ln>
            <a:noFill/>
          </a:ln>
        </p:spPr>
      </p:pic>
      <p:pic>
        <p:nvPicPr>
          <p:cNvPr id="163" name="Google Shape;163;p8"/>
          <p:cNvPicPr preferRelativeResize="0"/>
          <p:nvPr/>
        </p:nvPicPr>
        <p:blipFill rotWithShape="1">
          <a:blip r:embed="rId4">
            <a:alphaModFix/>
          </a:blip>
          <a:srcRect b="0" l="0" r="0" t="0"/>
          <a:stretch/>
        </p:blipFill>
        <p:spPr>
          <a:xfrm>
            <a:off x="5362575" y="1853754"/>
            <a:ext cx="6724650" cy="3942792"/>
          </a:xfrm>
          <a:prstGeom prst="rect">
            <a:avLst/>
          </a:prstGeom>
          <a:noFill/>
          <a:ln>
            <a:noFill/>
          </a:ln>
        </p:spPr>
      </p:pic>
    </p:spTree>
  </p:cSld>
  <p:clrMapOvr>
    <a:masterClrMapping/>
  </p:clrMapOvr>
  <mc:AlternateContent>
    <mc:Choice Requires="p14">
      <p:transition spd="slow" p14:dur="3900">
        <p14:glitter dir="l" pattern="hexagon"/>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p:nvPr/>
        </p:nvSpPr>
        <p:spPr>
          <a:xfrm>
            <a:off x="1628774" y="0"/>
            <a:ext cx="3929063" cy="1528763"/>
          </a:xfrm>
          <a:prstGeom prst="rect">
            <a:avLst/>
          </a:prstGeom>
          <a:solidFill>
            <a:srgbClr val="FFC000"/>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Que son requerimientos funcionales </a:t>
            </a:r>
            <a:endParaRPr/>
          </a:p>
        </p:txBody>
      </p:sp>
      <p:sp>
        <p:nvSpPr>
          <p:cNvPr id="169" name="Google Shape;169;p9"/>
          <p:cNvSpPr/>
          <p:nvPr/>
        </p:nvSpPr>
        <p:spPr>
          <a:xfrm>
            <a:off x="5943599" y="1257301"/>
            <a:ext cx="5486401" cy="4751970"/>
          </a:xfrm>
          <a:prstGeom prst="rect">
            <a:avLst/>
          </a:prstGeom>
          <a:solidFill>
            <a:srgbClr val="FFC000"/>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Un </a:t>
            </a:r>
            <a:r>
              <a:rPr b="1" lang="es-ES" sz="2800">
                <a:solidFill>
                  <a:schemeClr val="lt1"/>
                </a:solidFill>
                <a:latin typeface="Gill Sans"/>
                <a:ea typeface="Gill Sans"/>
                <a:cs typeface="Gill Sans"/>
                <a:sym typeface="Gill Sans"/>
              </a:rPr>
              <a:t>requerimiento funcional</a:t>
            </a:r>
            <a:r>
              <a:rPr lang="es-ES" sz="2800">
                <a:solidFill>
                  <a:schemeClr val="lt1"/>
                </a:solidFill>
                <a:latin typeface="Gill Sans"/>
                <a:ea typeface="Gill Sans"/>
                <a:cs typeface="Gill Sans"/>
                <a:sym typeface="Gill Sans"/>
              </a:rPr>
              <a:t> es una descripción detallada de lo que un sistema, software o producto debe hacer, incluyendo las acciones, procesos y respuestas esperadas ante distintas entradas o eventos. Estos requisitos permiten traducir las necesidades del usuario y los objetivos del negocio en funciones concretas que guían el diseño, desarrollo, implementación y pruebas del sistema.</a:t>
            </a:r>
            <a:endParaRPr sz="2800">
              <a:solidFill>
                <a:schemeClr val="lt1"/>
              </a:solidFill>
              <a:latin typeface="Gill Sans"/>
              <a:ea typeface="Gill Sans"/>
              <a:cs typeface="Gill Sans"/>
              <a:sym typeface="Gill Sans"/>
            </a:endParaRPr>
          </a:p>
        </p:txBody>
      </p:sp>
      <p:cxnSp>
        <p:nvCxnSpPr>
          <p:cNvPr id="170" name="Google Shape;170;p9"/>
          <p:cNvCxnSpPr/>
          <p:nvPr/>
        </p:nvCxnSpPr>
        <p:spPr>
          <a:xfrm>
            <a:off x="3071813" y="1528763"/>
            <a:ext cx="2714624" cy="2471737"/>
          </a:xfrm>
          <a:prstGeom prst="straightConnector1">
            <a:avLst/>
          </a:prstGeom>
          <a:noFill/>
          <a:ln cap="flat" cmpd="sng" w="22225">
            <a:solidFill>
              <a:schemeClr val="accent1"/>
            </a:solidFill>
            <a:prstDash val="solid"/>
            <a:round/>
            <a:headEnd len="sm" w="sm" type="none"/>
            <a:tailEnd len="med" w="med" type="triangle"/>
          </a:ln>
        </p:spPr>
      </p:cxnSp>
    </p:spTree>
  </p:cSld>
  <p:clrMapOvr>
    <a:masterClrMapping/>
  </p:clrMapOvr>
  <mc:AlternateContent>
    <mc:Choice Requires="p14">
      <p:transition spd="slow" p14:dur="1400">
        <p14:doors dir="vert"/>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0"/>
          <p:cNvSpPr/>
          <p:nvPr/>
        </p:nvSpPr>
        <p:spPr>
          <a:xfrm>
            <a:off x="371474" y="357188"/>
            <a:ext cx="2814637" cy="1314450"/>
          </a:xfrm>
          <a:prstGeom prst="rect">
            <a:avLst/>
          </a:prstGeom>
          <a:solidFill>
            <a:schemeClr val="dk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características</a:t>
            </a:r>
            <a:endParaRPr sz="1800">
              <a:solidFill>
                <a:schemeClr val="lt1"/>
              </a:solidFill>
              <a:latin typeface="Gill Sans"/>
              <a:ea typeface="Gill Sans"/>
              <a:cs typeface="Gill Sans"/>
              <a:sym typeface="Gill Sans"/>
            </a:endParaRPr>
          </a:p>
        </p:txBody>
      </p:sp>
      <p:sp>
        <p:nvSpPr>
          <p:cNvPr id="176" name="Google Shape;176;p10"/>
          <p:cNvSpPr/>
          <p:nvPr/>
        </p:nvSpPr>
        <p:spPr>
          <a:xfrm>
            <a:off x="4071937" y="0"/>
            <a:ext cx="5229225" cy="1786533"/>
          </a:xfrm>
          <a:prstGeom prst="roundRect">
            <a:avLst>
              <a:gd fmla="val 16667" name="adj"/>
            </a:avLst>
          </a:prstGeom>
          <a:solidFill>
            <a:schemeClr val="dk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Qué debe hacer el sistema:</a:t>
            </a:r>
            <a:r>
              <a:rPr lang="es-ES" sz="2800">
                <a:solidFill>
                  <a:schemeClr val="lt1"/>
                </a:solidFill>
                <a:latin typeface="Gill Sans"/>
                <a:ea typeface="Gill Sans"/>
                <a:cs typeface="Gill Sans"/>
                <a:sym typeface="Gill Sans"/>
              </a:rPr>
              <a:t> Define las tareas y operaciones que el sistema debe ejecutar para cumplir su propósito. </a:t>
            </a:r>
            <a:endParaRPr/>
          </a:p>
        </p:txBody>
      </p:sp>
      <p:sp>
        <p:nvSpPr>
          <p:cNvPr id="177" name="Google Shape;177;p10"/>
          <p:cNvSpPr/>
          <p:nvPr/>
        </p:nvSpPr>
        <p:spPr>
          <a:xfrm>
            <a:off x="4826795" y="2238280"/>
            <a:ext cx="5529263" cy="2381439"/>
          </a:xfrm>
          <a:prstGeom prst="roundRect">
            <a:avLst>
              <a:gd fmla="val 16667" name="adj"/>
            </a:avLst>
          </a:prstGeom>
          <a:solidFill>
            <a:schemeClr val="dk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Quién interactúa con el sistema:</a:t>
            </a:r>
            <a:r>
              <a:rPr lang="es-ES" sz="2800">
                <a:solidFill>
                  <a:schemeClr val="lt1"/>
                </a:solidFill>
                <a:latin typeface="Gill Sans"/>
                <a:ea typeface="Gill Sans"/>
                <a:cs typeface="Gill Sans"/>
                <a:sym typeface="Gill Sans"/>
              </a:rPr>
              <a:t> Identifica los actores o usuarios, ya sean personas o sistemas externos.</a:t>
            </a:r>
            <a:endParaRPr/>
          </a:p>
        </p:txBody>
      </p:sp>
      <p:sp>
        <p:nvSpPr>
          <p:cNvPr id="178" name="Google Shape;178;p10"/>
          <p:cNvSpPr/>
          <p:nvPr/>
        </p:nvSpPr>
        <p:spPr>
          <a:xfrm>
            <a:off x="214311" y="1919382"/>
            <a:ext cx="4343402" cy="4095656"/>
          </a:xfrm>
          <a:prstGeom prst="rect">
            <a:avLst/>
          </a:prstGeom>
          <a:solidFill>
            <a:schemeClr val="dk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Cómo debe comportarse el sistema:</a:t>
            </a:r>
            <a:r>
              <a:rPr lang="es-ES" sz="2800">
                <a:solidFill>
                  <a:schemeClr val="lt1"/>
                </a:solidFill>
                <a:latin typeface="Gill Sans"/>
                <a:ea typeface="Gill Sans"/>
                <a:cs typeface="Gill Sans"/>
                <a:sym typeface="Gill Sans"/>
              </a:rPr>
              <a:t> Especifica las respuestas esperadas ante diferentes situaciones o entradas. </a:t>
            </a:r>
            <a:endParaRPr sz="2800">
              <a:solidFill>
                <a:schemeClr val="lt1"/>
              </a:solidFill>
              <a:latin typeface="Gill Sans"/>
              <a:ea typeface="Gill Sans"/>
              <a:cs typeface="Gill Sans"/>
              <a:sym typeface="Gill Sans"/>
            </a:endParaRPr>
          </a:p>
        </p:txBody>
      </p:sp>
      <p:cxnSp>
        <p:nvCxnSpPr>
          <p:cNvPr id="179" name="Google Shape;179;p10"/>
          <p:cNvCxnSpPr/>
          <p:nvPr/>
        </p:nvCxnSpPr>
        <p:spPr>
          <a:xfrm>
            <a:off x="3186111" y="528638"/>
            <a:ext cx="885826" cy="542925"/>
          </a:xfrm>
          <a:prstGeom prst="straightConnector1">
            <a:avLst/>
          </a:prstGeom>
          <a:noFill/>
          <a:ln cap="flat" cmpd="sng" w="9525">
            <a:solidFill>
              <a:schemeClr val="accent1"/>
            </a:solidFill>
            <a:prstDash val="solid"/>
            <a:round/>
            <a:headEnd len="sm" w="sm" type="none"/>
            <a:tailEnd len="med" w="med" type="triangle"/>
          </a:ln>
        </p:spPr>
      </p:cxnSp>
      <p:cxnSp>
        <p:nvCxnSpPr>
          <p:cNvPr id="180" name="Google Shape;180;p10"/>
          <p:cNvCxnSpPr/>
          <p:nvPr/>
        </p:nvCxnSpPr>
        <p:spPr>
          <a:xfrm>
            <a:off x="6096000" y="1919382"/>
            <a:ext cx="0" cy="318898"/>
          </a:xfrm>
          <a:prstGeom prst="straightConnector1">
            <a:avLst/>
          </a:prstGeom>
          <a:noFill/>
          <a:ln cap="flat" cmpd="sng" w="9525">
            <a:solidFill>
              <a:schemeClr val="accent1"/>
            </a:solidFill>
            <a:prstDash val="solid"/>
            <a:round/>
            <a:headEnd len="sm" w="sm" type="none"/>
            <a:tailEnd len="med" w="med" type="triangle"/>
          </a:ln>
        </p:spPr>
      </p:cxnSp>
      <p:cxnSp>
        <p:nvCxnSpPr>
          <p:cNvPr id="181" name="Google Shape;181;p10"/>
          <p:cNvCxnSpPr/>
          <p:nvPr/>
        </p:nvCxnSpPr>
        <p:spPr>
          <a:xfrm flipH="1">
            <a:off x="4557713" y="2743200"/>
            <a:ext cx="269082" cy="242888"/>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mc:AlternateContent>
    <mc:Choice Requires="p14">
      <p:transition spd="slow" p14:dur="3000">
        <p14:shred dir="out"/>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p:nvPr/>
        </p:nvSpPr>
        <p:spPr>
          <a:xfrm>
            <a:off x="1028700" y="-155969"/>
            <a:ext cx="4614863" cy="2870593"/>
          </a:xfrm>
          <a:prstGeom prst="rect">
            <a:avLst/>
          </a:prstGeom>
          <a:solidFill>
            <a:schemeClr val="accent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Condiciones de operación:</a:t>
            </a:r>
            <a:r>
              <a:rPr lang="es-ES" sz="2800">
                <a:solidFill>
                  <a:schemeClr val="lt1"/>
                </a:solidFill>
                <a:latin typeface="Gill Sans"/>
                <a:ea typeface="Gill Sans"/>
                <a:cs typeface="Gill Sans"/>
                <a:sym typeface="Gill Sans"/>
              </a:rPr>
              <a:t> Incluye manejo de errores, validaciones y procesos específicos.</a:t>
            </a:r>
            <a:endParaRPr/>
          </a:p>
        </p:txBody>
      </p:sp>
      <p:sp>
        <p:nvSpPr>
          <p:cNvPr id="187" name="Google Shape;187;p11"/>
          <p:cNvSpPr/>
          <p:nvPr/>
        </p:nvSpPr>
        <p:spPr>
          <a:xfrm>
            <a:off x="6329363" y="400049"/>
            <a:ext cx="3871912" cy="3271839"/>
          </a:xfrm>
          <a:prstGeom prst="rect">
            <a:avLst/>
          </a:prstGeom>
          <a:solidFill>
            <a:schemeClr val="accent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Integraciones necesarias:</a:t>
            </a:r>
            <a:r>
              <a:rPr lang="es-ES" sz="2800">
                <a:solidFill>
                  <a:schemeClr val="lt1"/>
                </a:solidFill>
                <a:latin typeface="Gill Sans"/>
                <a:ea typeface="Gill Sans"/>
                <a:cs typeface="Gill Sans"/>
                <a:sym typeface="Gill Sans"/>
              </a:rPr>
              <a:t> Describe cómo el sistema interactúa con otros sistemas, bases de datos o servicios externos.</a:t>
            </a:r>
            <a:endParaRPr sz="2800">
              <a:solidFill>
                <a:schemeClr val="lt1"/>
              </a:solidFill>
              <a:latin typeface="Gill Sans"/>
              <a:ea typeface="Gill Sans"/>
              <a:cs typeface="Gill Sans"/>
              <a:sym typeface="Gill Sans"/>
            </a:endParaRPr>
          </a:p>
        </p:txBody>
      </p:sp>
      <p:cxnSp>
        <p:nvCxnSpPr>
          <p:cNvPr id="188" name="Google Shape;188;p11"/>
          <p:cNvCxnSpPr/>
          <p:nvPr/>
        </p:nvCxnSpPr>
        <p:spPr>
          <a:xfrm>
            <a:off x="5643563" y="900113"/>
            <a:ext cx="628650" cy="1471612"/>
          </a:xfrm>
          <a:prstGeom prst="straightConnector1">
            <a:avLst/>
          </a:prstGeom>
          <a:noFill/>
          <a:ln cap="flat" cmpd="sng" w="22225">
            <a:solidFill>
              <a:schemeClr val="dk1"/>
            </a:solidFill>
            <a:prstDash val="solid"/>
            <a:round/>
            <a:headEnd len="sm" w="sm" type="none"/>
            <a:tailEnd len="med" w="med" type="triangle"/>
          </a:ln>
        </p:spPr>
      </p:cxnSp>
    </p:spTree>
  </p:cSld>
  <p:clrMapOvr>
    <a:masterClrMapping/>
  </p:clrMapOvr>
  <mc:AlternateContent>
    <mc:Choice Requires="p14">
      <p:transition spd="slow" p14:dur="16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p:nvPr/>
        </p:nvSpPr>
        <p:spPr>
          <a:xfrm>
            <a:off x="0" y="93463"/>
            <a:ext cx="2428800" cy="1057200"/>
          </a:xfrm>
          <a:prstGeom prst="rect">
            <a:avLst/>
          </a:prstGeom>
          <a:solidFill>
            <a:srgbClr val="0E12C8"/>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importancia</a:t>
            </a:r>
            <a:endParaRPr/>
          </a:p>
        </p:txBody>
      </p:sp>
      <p:sp>
        <p:nvSpPr>
          <p:cNvPr id="194" name="Google Shape;194;p12"/>
          <p:cNvSpPr/>
          <p:nvPr/>
        </p:nvSpPr>
        <p:spPr>
          <a:xfrm>
            <a:off x="2843213" y="-1"/>
            <a:ext cx="3400424" cy="1857375"/>
          </a:xfrm>
          <a:prstGeom prst="roundRect">
            <a:avLst>
              <a:gd fmla="val 16667" name="adj"/>
            </a:avLst>
          </a:prstGeom>
          <a:solidFill>
            <a:srgbClr val="0E12C8"/>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Sirven como base para el </a:t>
            </a:r>
            <a:r>
              <a:rPr b="1" lang="es-ES" sz="2800">
                <a:solidFill>
                  <a:schemeClr val="lt1"/>
                </a:solidFill>
                <a:latin typeface="Gill Sans"/>
                <a:ea typeface="Gill Sans"/>
                <a:cs typeface="Gill Sans"/>
                <a:sym typeface="Gill Sans"/>
              </a:rPr>
              <a:t>diseño y desarrollo</a:t>
            </a:r>
            <a:r>
              <a:rPr lang="es-ES" sz="2800">
                <a:solidFill>
                  <a:schemeClr val="lt1"/>
                </a:solidFill>
                <a:latin typeface="Gill Sans"/>
                <a:ea typeface="Gill Sans"/>
                <a:cs typeface="Gill Sans"/>
                <a:sym typeface="Gill Sans"/>
              </a:rPr>
              <a:t> del sistema. </a:t>
            </a:r>
            <a:endParaRPr sz="2800">
              <a:solidFill>
                <a:schemeClr val="lt1"/>
              </a:solidFill>
              <a:latin typeface="Gill Sans"/>
              <a:ea typeface="Gill Sans"/>
              <a:cs typeface="Gill Sans"/>
              <a:sym typeface="Gill Sans"/>
            </a:endParaRPr>
          </a:p>
        </p:txBody>
      </p:sp>
      <p:sp>
        <p:nvSpPr>
          <p:cNvPr id="195" name="Google Shape;195;p12"/>
          <p:cNvSpPr/>
          <p:nvPr/>
        </p:nvSpPr>
        <p:spPr>
          <a:xfrm>
            <a:off x="6457950" y="93466"/>
            <a:ext cx="3557588" cy="2206822"/>
          </a:xfrm>
          <a:prstGeom prst="roundRect">
            <a:avLst>
              <a:gd fmla="val 16667" name="adj"/>
            </a:avLst>
          </a:prstGeom>
          <a:solidFill>
            <a:srgbClr val="0E12C8"/>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Permiten </a:t>
            </a:r>
            <a:r>
              <a:rPr b="1" lang="es-ES" sz="2800">
                <a:solidFill>
                  <a:schemeClr val="lt1"/>
                </a:solidFill>
                <a:latin typeface="Gill Sans"/>
                <a:ea typeface="Gill Sans"/>
                <a:cs typeface="Gill Sans"/>
                <a:sym typeface="Gill Sans"/>
              </a:rPr>
              <a:t>verificar y validar</a:t>
            </a:r>
            <a:r>
              <a:rPr lang="es-ES" sz="2800">
                <a:solidFill>
                  <a:schemeClr val="lt1"/>
                </a:solidFill>
                <a:latin typeface="Gill Sans"/>
                <a:ea typeface="Gill Sans"/>
                <a:cs typeface="Gill Sans"/>
                <a:sym typeface="Gill Sans"/>
              </a:rPr>
              <a:t> que el sistema cumple con las expectativas de los usuarios.</a:t>
            </a:r>
            <a:endParaRPr sz="2800">
              <a:solidFill>
                <a:schemeClr val="lt1"/>
              </a:solidFill>
              <a:latin typeface="Gill Sans"/>
              <a:ea typeface="Gill Sans"/>
              <a:cs typeface="Gill Sans"/>
              <a:sym typeface="Gill Sans"/>
            </a:endParaRPr>
          </a:p>
        </p:txBody>
      </p:sp>
      <p:sp>
        <p:nvSpPr>
          <p:cNvPr id="196" name="Google Shape;196;p12"/>
          <p:cNvSpPr/>
          <p:nvPr/>
        </p:nvSpPr>
        <p:spPr>
          <a:xfrm>
            <a:off x="6457950" y="2599674"/>
            <a:ext cx="4900612" cy="2567284"/>
          </a:xfrm>
          <a:prstGeom prst="rect">
            <a:avLst/>
          </a:prstGeom>
          <a:solidFill>
            <a:srgbClr val="0E12C8"/>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Facilitan la </a:t>
            </a:r>
            <a:r>
              <a:rPr b="1" lang="es-ES" sz="2800">
                <a:solidFill>
                  <a:schemeClr val="lt1"/>
                </a:solidFill>
                <a:latin typeface="Gill Sans"/>
                <a:ea typeface="Gill Sans"/>
                <a:cs typeface="Gill Sans"/>
                <a:sym typeface="Gill Sans"/>
              </a:rPr>
              <a:t>documentación clara y rastreable</a:t>
            </a:r>
            <a:r>
              <a:rPr lang="es-ES" sz="2800">
                <a:solidFill>
                  <a:schemeClr val="lt1"/>
                </a:solidFill>
                <a:latin typeface="Gill Sans"/>
                <a:ea typeface="Gill Sans"/>
                <a:cs typeface="Gill Sans"/>
                <a:sym typeface="Gill Sans"/>
              </a:rPr>
              <a:t>, asegurando que cada función esté alineada con un objetivo de negocio.</a:t>
            </a:r>
            <a:endParaRPr sz="2800">
              <a:solidFill>
                <a:schemeClr val="lt1"/>
              </a:solidFill>
              <a:latin typeface="Gill Sans"/>
              <a:ea typeface="Gill Sans"/>
              <a:cs typeface="Gill Sans"/>
              <a:sym typeface="Gill Sans"/>
            </a:endParaRPr>
          </a:p>
        </p:txBody>
      </p:sp>
      <p:sp>
        <p:nvSpPr>
          <p:cNvPr id="197" name="Google Shape;197;p12"/>
          <p:cNvSpPr/>
          <p:nvPr/>
        </p:nvSpPr>
        <p:spPr>
          <a:xfrm>
            <a:off x="919163" y="2035267"/>
            <a:ext cx="4900612" cy="3131691"/>
          </a:xfrm>
          <a:prstGeom prst="round2DiagRect">
            <a:avLst>
              <a:gd fmla="val 16667" name="adj1"/>
              <a:gd fmla="val 0" name="adj2"/>
            </a:avLst>
          </a:prstGeom>
          <a:solidFill>
            <a:srgbClr val="0E12C8"/>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Ayudan a </a:t>
            </a:r>
            <a:r>
              <a:rPr b="1" lang="es-ES" sz="2800">
                <a:solidFill>
                  <a:schemeClr val="lt1"/>
                </a:solidFill>
                <a:latin typeface="Gill Sans"/>
                <a:ea typeface="Gill Sans"/>
                <a:cs typeface="Gill Sans"/>
                <a:sym typeface="Gill Sans"/>
              </a:rPr>
              <a:t>evitar malentendidos</a:t>
            </a:r>
            <a:r>
              <a:rPr lang="es-ES" sz="2800">
                <a:solidFill>
                  <a:schemeClr val="lt1"/>
                </a:solidFill>
                <a:latin typeface="Gill Sans"/>
                <a:ea typeface="Gill Sans"/>
                <a:cs typeface="Gill Sans"/>
                <a:sym typeface="Gill Sans"/>
              </a:rPr>
              <a:t> y errores de diseño que podrían generar soluciones incompletas o ineficaces. </a:t>
            </a:r>
            <a:endParaRPr/>
          </a:p>
        </p:txBody>
      </p:sp>
      <p:cxnSp>
        <p:nvCxnSpPr>
          <p:cNvPr id="198" name="Google Shape;198;p12"/>
          <p:cNvCxnSpPr/>
          <p:nvPr/>
        </p:nvCxnSpPr>
        <p:spPr>
          <a:xfrm>
            <a:off x="2428876" y="485775"/>
            <a:ext cx="414337" cy="642939"/>
          </a:xfrm>
          <a:prstGeom prst="straightConnector1">
            <a:avLst/>
          </a:prstGeom>
          <a:noFill/>
          <a:ln cap="flat" cmpd="sng" w="22225">
            <a:solidFill>
              <a:schemeClr val="dk1"/>
            </a:solidFill>
            <a:prstDash val="solid"/>
            <a:round/>
            <a:headEnd len="sm" w="sm" type="none"/>
            <a:tailEnd len="med" w="med" type="triangle"/>
          </a:ln>
        </p:spPr>
      </p:cxnSp>
      <p:cxnSp>
        <p:nvCxnSpPr>
          <p:cNvPr id="199" name="Google Shape;199;p12"/>
          <p:cNvCxnSpPr/>
          <p:nvPr/>
        </p:nvCxnSpPr>
        <p:spPr>
          <a:xfrm>
            <a:off x="6243637" y="585788"/>
            <a:ext cx="214313" cy="371475"/>
          </a:xfrm>
          <a:prstGeom prst="straightConnector1">
            <a:avLst/>
          </a:prstGeom>
          <a:noFill/>
          <a:ln cap="flat" cmpd="sng" w="9525">
            <a:solidFill>
              <a:schemeClr val="dk1"/>
            </a:solidFill>
            <a:prstDash val="solid"/>
            <a:round/>
            <a:headEnd len="sm" w="sm" type="none"/>
            <a:tailEnd len="med" w="med" type="triangle"/>
          </a:ln>
        </p:spPr>
      </p:cxnSp>
      <p:cxnSp>
        <p:nvCxnSpPr>
          <p:cNvPr id="200" name="Google Shape;200;p12"/>
          <p:cNvCxnSpPr/>
          <p:nvPr/>
        </p:nvCxnSpPr>
        <p:spPr>
          <a:xfrm>
            <a:off x="7315200" y="2300288"/>
            <a:ext cx="0" cy="299386"/>
          </a:xfrm>
          <a:prstGeom prst="straightConnector1">
            <a:avLst/>
          </a:prstGeom>
          <a:noFill/>
          <a:ln cap="flat" cmpd="sng" w="9525">
            <a:solidFill>
              <a:schemeClr val="accent1"/>
            </a:solidFill>
            <a:prstDash val="solid"/>
            <a:round/>
            <a:headEnd len="sm" w="sm" type="none"/>
            <a:tailEnd len="med" w="med" type="triangle"/>
          </a:ln>
        </p:spPr>
      </p:cxnSp>
      <p:cxnSp>
        <p:nvCxnSpPr>
          <p:cNvPr id="201" name="Google Shape;201;p12"/>
          <p:cNvCxnSpPr/>
          <p:nvPr/>
        </p:nvCxnSpPr>
        <p:spPr>
          <a:xfrm flipH="1">
            <a:off x="5819775" y="3157538"/>
            <a:ext cx="638175" cy="628650"/>
          </a:xfrm>
          <a:prstGeom prst="straightConnector1">
            <a:avLst/>
          </a:prstGeom>
          <a:noFill/>
          <a:ln cap="flat" cmpd="sng" w="9525">
            <a:solidFill>
              <a:schemeClr val="accent1"/>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3"/>
          <p:cNvSpPr/>
          <p:nvPr/>
        </p:nvSpPr>
        <p:spPr>
          <a:xfrm>
            <a:off x="571499" y="357188"/>
            <a:ext cx="1728789" cy="1143000"/>
          </a:xfrm>
          <a:prstGeom prst="roundRect">
            <a:avLst>
              <a:gd fmla="val 16667" name="adj"/>
            </a:avLst>
          </a:prstGeom>
          <a:solidFill>
            <a:srgbClr val="77C11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ejemplos</a:t>
            </a:r>
            <a:endParaRPr sz="1800">
              <a:solidFill>
                <a:schemeClr val="lt1"/>
              </a:solidFill>
              <a:latin typeface="Gill Sans"/>
              <a:ea typeface="Gill Sans"/>
              <a:cs typeface="Gill Sans"/>
              <a:sym typeface="Gill Sans"/>
            </a:endParaRPr>
          </a:p>
        </p:txBody>
      </p:sp>
      <p:sp>
        <p:nvSpPr>
          <p:cNvPr id="207" name="Google Shape;207;p13"/>
          <p:cNvSpPr/>
          <p:nvPr/>
        </p:nvSpPr>
        <p:spPr>
          <a:xfrm>
            <a:off x="2614612" y="242887"/>
            <a:ext cx="4757737" cy="1571625"/>
          </a:xfrm>
          <a:prstGeom prst="roundRect">
            <a:avLst>
              <a:gd fmla="val 16667" name="adj"/>
            </a:avLst>
          </a:prstGeom>
          <a:solidFill>
            <a:srgbClr val="77C11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Autenticación de usuario:</a:t>
            </a:r>
            <a:r>
              <a:rPr lang="es-ES" sz="2800">
                <a:solidFill>
                  <a:schemeClr val="lt1"/>
                </a:solidFill>
                <a:latin typeface="Gill Sans"/>
                <a:ea typeface="Gill Sans"/>
                <a:cs typeface="Gill Sans"/>
                <a:sym typeface="Gill Sans"/>
              </a:rPr>
              <a:t> Registro e inicio de sesión con nombre de usuario y contraseña. </a:t>
            </a:r>
            <a:endParaRPr sz="2800" u="sng">
              <a:solidFill>
                <a:schemeClr val="lt1"/>
              </a:solidFill>
              <a:latin typeface="Gill Sans"/>
              <a:ea typeface="Gill Sans"/>
              <a:cs typeface="Gill Sans"/>
              <a:sym typeface="Gill Sans"/>
            </a:endParaRPr>
          </a:p>
        </p:txBody>
      </p:sp>
      <p:sp>
        <p:nvSpPr>
          <p:cNvPr id="208" name="Google Shape;208;p13"/>
          <p:cNvSpPr/>
          <p:nvPr/>
        </p:nvSpPr>
        <p:spPr>
          <a:xfrm>
            <a:off x="7800974" y="357188"/>
            <a:ext cx="4157700" cy="1658400"/>
          </a:xfrm>
          <a:prstGeom prst="roundRect">
            <a:avLst>
              <a:gd fmla="val 16667" name="adj"/>
            </a:avLst>
          </a:prstGeom>
          <a:solidFill>
            <a:srgbClr val="77C11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Gestión de inventario:</a:t>
            </a:r>
            <a:r>
              <a:rPr lang="es-ES" sz="2800">
                <a:solidFill>
                  <a:schemeClr val="lt1"/>
                </a:solidFill>
                <a:latin typeface="Gill Sans"/>
                <a:ea typeface="Gill Sans"/>
                <a:cs typeface="Gill Sans"/>
                <a:sym typeface="Gill Sans"/>
              </a:rPr>
              <a:t> Agregar, editar, eliminar y buscar productos en la base de datos.</a:t>
            </a:r>
            <a:endParaRPr/>
          </a:p>
        </p:txBody>
      </p:sp>
      <p:sp>
        <p:nvSpPr>
          <p:cNvPr id="209" name="Google Shape;209;p13"/>
          <p:cNvSpPr/>
          <p:nvPr/>
        </p:nvSpPr>
        <p:spPr>
          <a:xfrm>
            <a:off x="7858150" y="3543319"/>
            <a:ext cx="4043400" cy="2057400"/>
          </a:xfrm>
          <a:prstGeom prst="roundRect">
            <a:avLst>
              <a:gd fmla="val 16667" name="adj"/>
            </a:avLst>
          </a:prstGeom>
          <a:solidFill>
            <a:srgbClr val="77C11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Procesamiento de pagos:</a:t>
            </a:r>
            <a:r>
              <a:rPr lang="es-ES" sz="2800">
                <a:solidFill>
                  <a:schemeClr val="lt1"/>
                </a:solidFill>
                <a:latin typeface="Gill Sans"/>
                <a:ea typeface="Gill Sans"/>
                <a:cs typeface="Gill Sans"/>
                <a:sym typeface="Gill Sans"/>
              </a:rPr>
              <a:t> Integración de un módulo seguro para transacciones con tarjetas. </a:t>
            </a:r>
            <a:endParaRPr sz="2800" u="sng">
              <a:solidFill>
                <a:schemeClr val="lt1"/>
              </a:solidFill>
              <a:latin typeface="Gill Sans"/>
              <a:ea typeface="Gill Sans"/>
              <a:cs typeface="Gill Sans"/>
              <a:sym typeface="Gill Sans"/>
            </a:endParaRPr>
          </a:p>
        </p:txBody>
      </p:sp>
      <p:cxnSp>
        <p:nvCxnSpPr>
          <p:cNvPr id="210" name="Google Shape;210;p13"/>
          <p:cNvCxnSpPr>
            <a:endCxn id="207" idx="1"/>
          </p:cNvCxnSpPr>
          <p:nvPr/>
        </p:nvCxnSpPr>
        <p:spPr>
          <a:xfrm>
            <a:off x="2300212" y="657299"/>
            <a:ext cx="314400" cy="371400"/>
          </a:xfrm>
          <a:prstGeom prst="straightConnector1">
            <a:avLst/>
          </a:prstGeom>
          <a:noFill/>
          <a:ln cap="flat" cmpd="sng" w="9525">
            <a:solidFill>
              <a:schemeClr val="accent1"/>
            </a:solidFill>
            <a:prstDash val="solid"/>
            <a:round/>
            <a:headEnd len="sm" w="sm" type="none"/>
            <a:tailEnd len="med" w="med" type="triangle"/>
          </a:ln>
        </p:spPr>
      </p:cxnSp>
      <p:cxnSp>
        <p:nvCxnSpPr>
          <p:cNvPr id="211" name="Google Shape;211;p13"/>
          <p:cNvCxnSpPr/>
          <p:nvPr/>
        </p:nvCxnSpPr>
        <p:spPr>
          <a:xfrm>
            <a:off x="7372349" y="771525"/>
            <a:ext cx="257176" cy="257174"/>
          </a:xfrm>
          <a:prstGeom prst="straightConnector1">
            <a:avLst/>
          </a:prstGeom>
          <a:noFill/>
          <a:ln cap="flat" cmpd="sng" w="9525">
            <a:solidFill>
              <a:schemeClr val="accent1"/>
            </a:solidFill>
            <a:prstDash val="solid"/>
            <a:round/>
            <a:headEnd len="sm" w="sm" type="none"/>
            <a:tailEnd len="med" w="med" type="triangle"/>
          </a:ln>
        </p:spPr>
      </p:cxnSp>
      <p:cxnSp>
        <p:nvCxnSpPr>
          <p:cNvPr id="212" name="Google Shape;212;p13"/>
          <p:cNvCxnSpPr/>
          <p:nvPr/>
        </p:nvCxnSpPr>
        <p:spPr>
          <a:xfrm>
            <a:off x="11229975" y="2015732"/>
            <a:ext cx="0" cy="1198956"/>
          </a:xfrm>
          <a:prstGeom prst="straightConnector1">
            <a:avLst/>
          </a:prstGeom>
          <a:noFill/>
          <a:ln cap="flat" cmpd="sng" w="9525">
            <a:solidFill>
              <a:schemeClr val="accent1"/>
            </a:solidFill>
            <a:prstDash val="solid"/>
            <a:round/>
            <a:headEnd len="sm" w="sm" type="none"/>
            <a:tailEnd len="med" w="med" type="triangle"/>
          </a:ln>
        </p:spPr>
      </p:cxnSp>
      <p:sp>
        <p:nvSpPr>
          <p:cNvPr id="213" name="Google Shape;213;p13"/>
          <p:cNvSpPr/>
          <p:nvPr/>
        </p:nvSpPr>
        <p:spPr>
          <a:xfrm>
            <a:off x="3986211" y="2957514"/>
            <a:ext cx="3514726" cy="2638614"/>
          </a:xfrm>
          <a:prstGeom prst="roundRect">
            <a:avLst>
              <a:gd fmla="val 16667" name="adj"/>
            </a:avLst>
          </a:prstGeom>
          <a:solidFill>
            <a:srgbClr val="77C11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Generación de reportes:</a:t>
            </a:r>
            <a:r>
              <a:rPr lang="es-ES" sz="2800">
                <a:solidFill>
                  <a:schemeClr val="lt1"/>
                </a:solidFill>
                <a:latin typeface="Gill Sans"/>
                <a:ea typeface="Gill Sans"/>
                <a:cs typeface="Gill Sans"/>
                <a:sym typeface="Gill Sans"/>
              </a:rPr>
              <a:t> Creación automática de informes de ventas, gastos o indicadores de desempeño.</a:t>
            </a:r>
            <a:endParaRPr/>
          </a:p>
        </p:txBody>
      </p:sp>
      <p:sp>
        <p:nvSpPr>
          <p:cNvPr id="214" name="Google Shape;214;p13"/>
          <p:cNvSpPr/>
          <p:nvPr/>
        </p:nvSpPr>
        <p:spPr>
          <a:xfrm>
            <a:off x="0" y="2395725"/>
            <a:ext cx="3000375" cy="3070620"/>
          </a:xfrm>
          <a:prstGeom prst="round2SameRect">
            <a:avLst>
              <a:gd fmla="val 16667" name="adj1"/>
              <a:gd fmla="val 0" name="adj2"/>
            </a:avLst>
          </a:prstGeom>
          <a:solidFill>
            <a:srgbClr val="77C11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Soporte multilenguaje:</a:t>
            </a:r>
            <a:r>
              <a:rPr lang="es-ES" sz="2800">
                <a:solidFill>
                  <a:schemeClr val="lt1"/>
                </a:solidFill>
                <a:latin typeface="Gill Sans"/>
                <a:ea typeface="Gill Sans"/>
                <a:cs typeface="Gill Sans"/>
                <a:sym typeface="Gill Sans"/>
              </a:rPr>
              <a:t> Interfaces en diferentes idiomas para usuarios globales.</a:t>
            </a:r>
            <a:endParaRPr/>
          </a:p>
        </p:txBody>
      </p:sp>
      <p:cxnSp>
        <p:nvCxnSpPr>
          <p:cNvPr id="215" name="Google Shape;215;p13"/>
          <p:cNvCxnSpPr>
            <a:endCxn id="213" idx="1"/>
          </p:cNvCxnSpPr>
          <p:nvPr/>
        </p:nvCxnSpPr>
        <p:spPr>
          <a:xfrm>
            <a:off x="3000411" y="3543321"/>
            <a:ext cx="985800" cy="733500"/>
          </a:xfrm>
          <a:prstGeom prst="curvedConnector3">
            <a:avLst>
              <a:gd fmla="val 50000" name="adj1"/>
            </a:avLst>
          </a:prstGeom>
          <a:noFill/>
          <a:ln cap="flat" cmpd="sng" w="9525">
            <a:solidFill>
              <a:schemeClr val="accent1"/>
            </a:solidFill>
            <a:prstDash val="solid"/>
            <a:round/>
            <a:headEnd len="med" w="med" type="triangle"/>
            <a:tailEnd len="med" w="med" type="triangle"/>
          </a:ln>
        </p:spPr>
      </p:cxnSp>
      <p:cxnSp>
        <p:nvCxnSpPr>
          <p:cNvPr id="216" name="Google Shape;216;p13"/>
          <p:cNvCxnSpPr>
            <a:endCxn id="209" idx="1"/>
          </p:cNvCxnSpPr>
          <p:nvPr/>
        </p:nvCxnSpPr>
        <p:spPr>
          <a:xfrm flipH="1" rot="-5400000">
            <a:off x="7439500" y="4153369"/>
            <a:ext cx="480000" cy="357300"/>
          </a:xfrm>
          <a:prstGeom prst="curvedConnector2">
            <a:avLst/>
          </a:prstGeom>
          <a:noFill/>
          <a:ln cap="flat" cmpd="sng" w="9525">
            <a:solidFill>
              <a:schemeClr val="accent1"/>
            </a:solidFill>
            <a:prstDash val="solid"/>
            <a:round/>
            <a:headEnd len="med" w="med" type="triangle"/>
            <a:tailEnd len="med" w="med" type="triangle"/>
          </a:ln>
        </p:spPr>
      </p:cxnSp>
    </p:spTree>
  </p:cSld>
  <p:clrMapOvr>
    <a:masterClrMapping/>
  </p:clrMapOvr>
  <p:transition spd="slow">
    <p:comb/>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4"/>
          <p:cNvSpPr/>
          <p:nvPr/>
        </p:nvSpPr>
        <p:spPr>
          <a:xfrm>
            <a:off x="185738" y="228601"/>
            <a:ext cx="1700212" cy="1300162"/>
          </a:xfrm>
          <a:prstGeom prst="round2DiagRect">
            <a:avLst>
              <a:gd fmla="val 16667" name="adj1"/>
              <a:gd fmla="val 0" name="adj2"/>
            </a:avLst>
          </a:prstGeom>
          <a:solidFill>
            <a:srgbClr val="00B0F0"/>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resumen</a:t>
            </a:r>
            <a:endParaRPr/>
          </a:p>
        </p:txBody>
      </p:sp>
      <p:sp>
        <p:nvSpPr>
          <p:cNvPr id="222" name="Google Shape;222;p14"/>
          <p:cNvSpPr/>
          <p:nvPr/>
        </p:nvSpPr>
        <p:spPr>
          <a:xfrm>
            <a:off x="2628899" y="1900238"/>
            <a:ext cx="6100763" cy="3600450"/>
          </a:xfrm>
          <a:prstGeom prst="bevel">
            <a:avLst>
              <a:gd fmla="val 12500" name="adj"/>
            </a:avLst>
          </a:prstGeom>
          <a:solidFill>
            <a:srgbClr val="00B0F0"/>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 los </a:t>
            </a:r>
            <a:r>
              <a:rPr b="1" lang="es-ES" sz="2800">
                <a:solidFill>
                  <a:schemeClr val="lt1"/>
                </a:solidFill>
                <a:latin typeface="Gill Sans"/>
                <a:ea typeface="Gill Sans"/>
                <a:cs typeface="Gill Sans"/>
                <a:sym typeface="Gill Sans"/>
              </a:rPr>
              <a:t>requerimientos funcionales</a:t>
            </a:r>
            <a:r>
              <a:rPr lang="es-ES" sz="2800">
                <a:solidFill>
                  <a:schemeClr val="lt1"/>
                </a:solidFill>
                <a:latin typeface="Gill Sans"/>
                <a:ea typeface="Gill Sans"/>
                <a:cs typeface="Gill Sans"/>
                <a:sym typeface="Gill Sans"/>
              </a:rPr>
              <a:t> son el núcleo de cualquier proyecto de software exitoso, ya que definen claramente </a:t>
            </a:r>
            <a:r>
              <a:rPr b="1" lang="es-ES" sz="2800">
                <a:solidFill>
                  <a:schemeClr val="lt1"/>
                </a:solidFill>
                <a:latin typeface="Gill Sans"/>
                <a:ea typeface="Gill Sans"/>
                <a:cs typeface="Gill Sans"/>
                <a:sym typeface="Gill Sans"/>
              </a:rPr>
              <a:t>qué debe hacer el sistema y cómo debe comportarse</a:t>
            </a:r>
            <a:r>
              <a:rPr lang="es-ES" sz="2800">
                <a:solidFill>
                  <a:schemeClr val="lt1"/>
                </a:solidFill>
                <a:latin typeface="Gill Sans"/>
                <a:ea typeface="Gill Sans"/>
                <a:cs typeface="Gill Sans"/>
                <a:sym typeface="Gill Sans"/>
              </a:rPr>
              <a:t>, asegurando que el producto final cumpla con las necesidades y expectativas de los usuarios.</a:t>
            </a:r>
            <a:endParaRPr sz="2800">
              <a:solidFill>
                <a:schemeClr val="lt1"/>
              </a:solidFill>
              <a:latin typeface="Gill Sans"/>
              <a:ea typeface="Gill Sans"/>
              <a:cs typeface="Gill Sans"/>
              <a:sym typeface="Gill Sans"/>
            </a:endParaRPr>
          </a:p>
        </p:txBody>
      </p:sp>
      <p:sp>
        <p:nvSpPr>
          <p:cNvPr id="223" name="Google Shape;223;p14"/>
          <p:cNvSpPr/>
          <p:nvPr/>
        </p:nvSpPr>
        <p:spPr>
          <a:xfrm rot="2486663">
            <a:off x="1612601" y="1791887"/>
            <a:ext cx="978408" cy="484632"/>
          </a:xfrm>
          <a:prstGeom prst="rightArrow">
            <a:avLst>
              <a:gd fmla="val 50000" name="adj1"/>
              <a:gd fmla="val 50000" name="adj2"/>
            </a:avLst>
          </a:prstGeom>
          <a:solidFill>
            <a:schemeClr val="accent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mc:AlternateContent>
    <mc:Choice Requires="p14">
      <p:transition spd="slow" p14:dur="1200">
        <p14:prism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5"/>
          <p:cNvSpPr/>
          <p:nvPr/>
        </p:nvSpPr>
        <p:spPr>
          <a:xfrm>
            <a:off x="385763" y="485775"/>
            <a:ext cx="3429000" cy="1300163"/>
          </a:xfrm>
          <a:prstGeom prst="round2DiagRect">
            <a:avLst>
              <a:gd fmla="val 16667" name="adj1"/>
              <a:gd fmla="val 0" name="adj2"/>
            </a:avLst>
          </a:prstGeom>
          <a:solidFill>
            <a:srgbClr val="255EB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Que son requerimientos no funcionales</a:t>
            </a:r>
            <a:endParaRPr/>
          </a:p>
        </p:txBody>
      </p:sp>
      <p:sp>
        <p:nvSpPr>
          <p:cNvPr id="229" name="Google Shape;229;p15"/>
          <p:cNvSpPr/>
          <p:nvPr/>
        </p:nvSpPr>
        <p:spPr>
          <a:xfrm>
            <a:off x="528636" y="2200275"/>
            <a:ext cx="9372601" cy="2871788"/>
          </a:xfrm>
          <a:prstGeom prst="flowChartProcess">
            <a:avLst/>
          </a:prstGeom>
          <a:solidFill>
            <a:srgbClr val="255EB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Los </a:t>
            </a:r>
            <a:r>
              <a:rPr b="1" lang="es-ES" sz="2800">
                <a:solidFill>
                  <a:schemeClr val="lt1"/>
                </a:solidFill>
                <a:latin typeface="Gill Sans"/>
                <a:ea typeface="Gill Sans"/>
                <a:cs typeface="Gill Sans"/>
                <a:sym typeface="Gill Sans"/>
              </a:rPr>
              <a:t>requerimientos no funcionales</a:t>
            </a:r>
            <a:r>
              <a:rPr lang="es-ES" sz="2800">
                <a:solidFill>
                  <a:schemeClr val="lt1"/>
                </a:solidFill>
                <a:latin typeface="Gill Sans"/>
                <a:ea typeface="Gill Sans"/>
                <a:cs typeface="Gill Sans"/>
                <a:sym typeface="Gill Sans"/>
              </a:rPr>
              <a:t> son criterios que definen </a:t>
            </a:r>
            <a:r>
              <a:rPr b="1" lang="es-ES" sz="2800">
                <a:solidFill>
                  <a:schemeClr val="lt1"/>
                </a:solidFill>
                <a:latin typeface="Gill Sans"/>
                <a:ea typeface="Gill Sans"/>
                <a:cs typeface="Gill Sans"/>
                <a:sym typeface="Gill Sans"/>
              </a:rPr>
              <a:t>cómo debe comportarse un sistema</a:t>
            </a:r>
            <a:r>
              <a:rPr lang="es-ES" sz="2800">
                <a:solidFill>
                  <a:schemeClr val="lt1"/>
                </a:solidFill>
                <a:latin typeface="Gill Sans"/>
                <a:ea typeface="Gill Sans"/>
                <a:cs typeface="Gill Sans"/>
                <a:sym typeface="Gill Sans"/>
              </a:rPr>
              <a:t> en lugar de describir sus funciones específicas. Se centran en aspectos como la </a:t>
            </a:r>
            <a:r>
              <a:rPr b="1" lang="es-ES" sz="2800">
                <a:solidFill>
                  <a:schemeClr val="lt1"/>
                </a:solidFill>
                <a:latin typeface="Gill Sans"/>
                <a:ea typeface="Gill Sans"/>
                <a:cs typeface="Gill Sans"/>
                <a:sym typeface="Gill Sans"/>
              </a:rPr>
              <a:t>seguridad, la usabilidad, el rendimiento, la escalabilidad y la disponibilidad</a:t>
            </a:r>
            <a:r>
              <a:rPr lang="es-ES" sz="2800">
                <a:solidFill>
                  <a:schemeClr val="lt1"/>
                </a:solidFill>
                <a:latin typeface="Gill Sans"/>
                <a:ea typeface="Gill Sans"/>
                <a:cs typeface="Gill Sans"/>
                <a:sym typeface="Gill Sans"/>
              </a:rPr>
              <a:t> del sistema. Estos requisitos son fundamentales para garantizar la calidad del producto y la experiencia del usuario.</a:t>
            </a:r>
            <a:endParaRPr sz="2800">
              <a:solidFill>
                <a:schemeClr val="lt1"/>
              </a:solidFill>
              <a:latin typeface="Gill Sans"/>
              <a:ea typeface="Gill Sans"/>
              <a:cs typeface="Gill Sans"/>
              <a:sym typeface="Gill Sans"/>
            </a:endParaRPr>
          </a:p>
        </p:txBody>
      </p:sp>
      <p:sp>
        <p:nvSpPr>
          <p:cNvPr id="230" name="Google Shape;230;p15"/>
          <p:cNvSpPr/>
          <p:nvPr/>
        </p:nvSpPr>
        <p:spPr>
          <a:xfrm rot="-2381800">
            <a:off x="3957638" y="1296734"/>
            <a:ext cx="484632" cy="978408"/>
          </a:xfrm>
          <a:prstGeom prst="downArrow">
            <a:avLst>
              <a:gd fmla="val 50000" name="adj1"/>
              <a:gd fmla="val 50000" name="adj2"/>
            </a:avLst>
          </a:prstGeom>
          <a:solidFill>
            <a:schemeClr val="accent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mc:AlternateContent>
    <mc:Choice Requires="p14">
      <p:transition spd="slow" p14:dur="3000">
        <p14:shred dir="out"/>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6"/>
          <p:cNvSpPr/>
          <p:nvPr/>
        </p:nvSpPr>
        <p:spPr>
          <a:xfrm>
            <a:off x="157162" y="171449"/>
            <a:ext cx="2271713" cy="1228725"/>
          </a:xfrm>
          <a:prstGeom prst="flowChartProcess">
            <a:avLst/>
          </a:prstGeom>
          <a:solidFill>
            <a:srgbClr val="CF6B0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características</a:t>
            </a:r>
            <a:endParaRPr/>
          </a:p>
        </p:txBody>
      </p:sp>
      <p:sp>
        <p:nvSpPr>
          <p:cNvPr id="236" name="Google Shape;236;p16"/>
          <p:cNvSpPr/>
          <p:nvPr/>
        </p:nvSpPr>
        <p:spPr>
          <a:xfrm>
            <a:off x="2843212" y="67177"/>
            <a:ext cx="5958000" cy="1675800"/>
          </a:xfrm>
          <a:prstGeom prst="round2DiagRect">
            <a:avLst>
              <a:gd fmla="val 16667" name="adj1"/>
              <a:gd fmla="val 0" name="adj2"/>
            </a:avLst>
          </a:prstGeom>
          <a:solidFill>
            <a:srgbClr val="CF6B0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Los requerimientos no funcionales son características y criterios que describen cómo debe ser el rendimiento, la seguridad. </a:t>
            </a:r>
            <a:endParaRPr/>
          </a:p>
        </p:txBody>
      </p:sp>
      <p:sp>
        <p:nvSpPr>
          <p:cNvPr id="237" name="Google Shape;237;p16"/>
          <p:cNvSpPr/>
          <p:nvPr/>
        </p:nvSpPr>
        <p:spPr>
          <a:xfrm>
            <a:off x="157162" y="2067428"/>
            <a:ext cx="4643438" cy="3047499"/>
          </a:xfrm>
          <a:prstGeom prst="round2DiagRect">
            <a:avLst>
              <a:gd fmla="val 16667" name="adj1"/>
              <a:gd fmla="val 0" name="adj2"/>
            </a:avLst>
          </a:prstGeom>
          <a:solidFill>
            <a:srgbClr val="CF6B0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la usabilidad y otros aspectos de un sistema o software más allá de su funcionalidad básica. </a:t>
            </a:r>
            <a:endParaRPr/>
          </a:p>
          <a:p>
            <a:pPr indent="0" lvl="0" marL="0" marR="0" rtl="0" algn="l">
              <a:spcBef>
                <a:spcPts val="0"/>
              </a:spcBef>
              <a:spcAft>
                <a:spcPts val="0"/>
              </a:spcAft>
              <a:buNone/>
            </a:pPr>
            <a:r>
              <a:rPr lang="es-ES" sz="2800">
                <a:solidFill>
                  <a:schemeClr val="lt1"/>
                </a:solidFill>
                <a:latin typeface="Gill Sans"/>
                <a:ea typeface="Gill Sans"/>
                <a:cs typeface="Gill Sans"/>
                <a:sym typeface="Gill Sans"/>
              </a:rPr>
              <a:t>Estos requisitos son cruciales para garantizar que el software sea eficaz.</a:t>
            </a:r>
            <a:endParaRPr/>
          </a:p>
        </p:txBody>
      </p:sp>
      <p:sp>
        <p:nvSpPr>
          <p:cNvPr id="238" name="Google Shape;238;p16"/>
          <p:cNvSpPr/>
          <p:nvPr/>
        </p:nvSpPr>
        <p:spPr>
          <a:xfrm>
            <a:off x="8972549" y="-128589"/>
            <a:ext cx="3343275" cy="2514601"/>
          </a:xfrm>
          <a:prstGeom prst="round2DiagRect">
            <a:avLst>
              <a:gd fmla="val 16667" name="adj1"/>
              <a:gd fmla="val 0" name="adj2"/>
            </a:avLst>
          </a:prstGeom>
          <a:solidFill>
            <a:srgbClr val="CF6B0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eficiente y cumpla con las expectativas y necesidades del usuario. Al definir adecuadamente estos requisitos.</a:t>
            </a:r>
            <a:endParaRPr/>
          </a:p>
        </p:txBody>
      </p:sp>
      <p:sp>
        <p:nvSpPr>
          <p:cNvPr id="239" name="Google Shape;239;p16"/>
          <p:cNvSpPr/>
          <p:nvPr/>
        </p:nvSpPr>
        <p:spPr>
          <a:xfrm>
            <a:off x="5129213" y="2386013"/>
            <a:ext cx="5586412" cy="2861760"/>
          </a:xfrm>
          <a:prstGeom prst="rect">
            <a:avLst/>
          </a:prstGeom>
          <a:solidFill>
            <a:srgbClr val="CF6B0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los equipos de desarrollo pueden anticiparse a problemas potenciales y asegurar que el software no solo cumpla con las especificaciones funcionales, sino que también sea eficiente y confiable en su uso diario.</a:t>
            </a:r>
            <a:endParaRPr sz="2800">
              <a:solidFill>
                <a:schemeClr val="lt1"/>
              </a:solidFill>
              <a:latin typeface="Gill Sans"/>
              <a:ea typeface="Gill Sans"/>
              <a:cs typeface="Gill Sans"/>
              <a:sym typeface="Gill Sans"/>
            </a:endParaRPr>
          </a:p>
        </p:txBody>
      </p:sp>
      <p:cxnSp>
        <p:nvCxnSpPr>
          <p:cNvPr id="240" name="Google Shape;240;p16"/>
          <p:cNvCxnSpPr>
            <a:stCxn id="235" idx="3"/>
          </p:cNvCxnSpPr>
          <p:nvPr/>
        </p:nvCxnSpPr>
        <p:spPr>
          <a:xfrm>
            <a:off x="2428875" y="785812"/>
            <a:ext cx="357900" cy="516900"/>
          </a:xfrm>
          <a:prstGeom prst="straightConnector1">
            <a:avLst/>
          </a:prstGeom>
          <a:noFill/>
          <a:ln cap="flat" cmpd="sng" w="9525">
            <a:solidFill>
              <a:schemeClr val="dk2"/>
            </a:solidFill>
            <a:prstDash val="solid"/>
            <a:round/>
            <a:headEnd len="med" w="med" type="none"/>
            <a:tailEnd len="med" w="med" type="triangle"/>
          </a:ln>
        </p:spPr>
      </p:cxnSp>
      <p:cxnSp>
        <p:nvCxnSpPr>
          <p:cNvPr id="241" name="Google Shape;241;p16"/>
          <p:cNvCxnSpPr/>
          <p:nvPr/>
        </p:nvCxnSpPr>
        <p:spPr>
          <a:xfrm flipH="1">
            <a:off x="5971350" y="1809500"/>
            <a:ext cx="741900" cy="506700"/>
          </a:xfrm>
          <a:prstGeom prst="straightConnector1">
            <a:avLst/>
          </a:prstGeom>
          <a:noFill/>
          <a:ln cap="flat" cmpd="sng" w="9525">
            <a:solidFill>
              <a:schemeClr val="dk2"/>
            </a:solidFill>
            <a:prstDash val="solid"/>
            <a:round/>
            <a:headEnd len="med" w="med" type="none"/>
            <a:tailEnd len="med" w="med" type="triangle"/>
          </a:ln>
        </p:spPr>
      </p:cxnSp>
      <p:cxnSp>
        <p:nvCxnSpPr>
          <p:cNvPr id="242" name="Google Shape;242;p16"/>
          <p:cNvCxnSpPr>
            <a:endCxn id="237" idx="0"/>
          </p:cNvCxnSpPr>
          <p:nvPr/>
        </p:nvCxnSpPr>
        <p:spPr>
          <a:xfrm rot="10800000">
            <a:off x="4800600" y="3591178"/>
            <a:ext cx="356400" cy="1131600"/>
          </a:xfrm>
          <a:prstGeom prst="straightConnector1">
            <a:avLst/>
          </a:prstGeom>
          <a:noFill/>
          <a:ln cap="flat" cmpd="sng" w="9525">
            <a:solidFill>
              <a:schemeClr val="dk2"/>
            </a:solidFill>
            <a:prstDash val="solid"/>
            <a:round/>
            <a:headEnd len="med" w="med" type="none"/>
            <a:tailEnd len="med" w="med" type="triangle"/>
          </a:ln>
        </p:spPr>
      </p:cxnSp>
      <p:cxnSp>
        <p:nvCxnSpPr>
          <p:cNvPr id="243" name="Google Shape;243;p16"/>
          <p:cNvCxnSpPr/>
          <p:nvPr/>
        </p:nvCxnSpPr>
        <p:spPr>
          <a:xfrm>
            <a:off x="8830350" y="506650"/>
            <a:ext cx="126600" cy="21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mc:AlternateContent>
    <mc:Choice Requires="p14">
      <p:transition spd="slow" p14:dur="4000">
        <p14:vortex dir="r"/>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7"/>
          <p:cNvSpPr/>
          <p:nvPr/>
        </p:nvSpPr>
        <p:spPr>
          <a:xfrm>
            <a:off x="0" y="0"/>
            <a:ext cx="1909762" cy="914400"/>
          </a:xfrm>
          <a:prstGeom prst="round2DiagRect">
            <a:avLst>
              <a:gd fmla="val 16667" name="adj1"/>
              <a:gd fmla="val 0" name="adj2"/>
            </a:avLst>
          </a:prstGeom>
          <a:solidFill>
            <a:srgbClr val="E7252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elementos</a:t>
            </a:r>
            <a:endParaRPr/>
          </a:p>
        </p:txBody>
      </p:sp>
      <p:sp>
        <p:nvSpPr>
          <p:cNvPr id="249" name="Google Shape;249;p17"/>
          <p:cNvSpPr/>
          <p:nvPr/>
        </p:nvSpPr>
        <p:spPr>
          <a:xfrm>
            <a:off x="2186012" y="-1"/>
            <a:ext cx="5843700" cy="1814400"/>
          </a:xfrm>
          <a:prstGeom prst="round2SameRect">
            <a:avLst>
              <a:gd fmla="val 16667" name="adj1"/>
              <a:gd fmla="val 0" name="adj2"/>
            </a:avLst>
          </a:prstGeom>
          <a:solidFill>
            <a:srgbClr val="E7252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Rendimiento</a:t>
            </a:r>
            <a:r>
              <a:rPr lang="es-ES" sz="2800">
                <a:solidFill>
                  <a:schemeClr val="lt1"/>
                </a:solidFill>
                <a:latin typeface="Gill Sans"/>
                <a:ea typeface="Gill Sans"/>
                <a:cs typeface="Gill Sans"/>
                <a:sym typeface="Gill Sans"/>
              </a:rPr>
              <a:t>: Define tiempos de respuesta máximos, capacidad de procesamiento simultáneo y volúmenes de datos que el sistema debe soportar. </a:t>
            </a:r>
            <a:endParaRPr sz="2800" u="sng">
              <a:solidFill>
                <a:schemeClr val="lt1"/>
              </a:solidFill>
              <a:latin typeface="Gill Sans"/>
              <a:ea typeface="Gill Sans"/>
              <a:cs typeface="Gill Sans"/>
              <a:sym typeface="Gill Sans"/>
            </a:endParaRPr>
          </a:p>
        </p:txBody>
      </p:sp>
      <p:sp>
        <p:nvSpPr>
          <p:cNvPr id="250" name="Google Shape;250;p17"/>
          <p:cNvSpPr/>
          <p:nvPr/>
        </p:nvSpPr>
        <p:spPr>
          <a:xfrm>
            <a:off x="8029574" y="1814510"/>
            <a:ext cx="4162425" cy="2243140"/>
          </a:xfrm>
          <a:prstGeom prst="round2DiagRect">
            <a:avLst>
              <a:gd fmla="val 16667" name="adj1"/>
              <a:gd fmla="val 0" name="adj2"/>
            </a:avLst>
          </a:prstGeom>
          <a:solidFill>
            <a:srgbClr val="E7252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Seguridad</a:t>
            </a:r>
            <a:r>
              <a:rPr lang="es-ES" sz="2800">
                <a:solidFill>
                  <a:schemeClr val="lt1"/>
                </a:solidFill>
                <a:latin typeface="Gill Sans"/>
                <a:ea typeface="Gill Sans"/>
                <a:cs typeface="Gill Sans"/>
                <a:sym typeface="Gill Sans"/>
              </a:rPr>
              <a:t>: Incluye autenticación, autorización, cifrado de datos, auditoría y protección frente a accesos no autorizados.</a:t>
            </a:r>
            <a:endParaRPr/>
          </a:p>
        </p:txBody>
      </p:sp>
      <p:sp>
        <p:nvSpPr>
          <p:cNvPr id="251" name="Google Shape;251;p17"/>
          <p:cNvSpPr/>
          <p:nvPr/>
        </p:nvSpPr>
        <p:spPr>
          <a:xfrm>
            <a:off x="40481" y="2064543"/>
            <a:ext cx="5303044" cy="2421731"/>
          </a:xfrm>
          <a:prstGeom prst="rect">
            <a:avLst/>
          </a:prstGeom>
          <a:solidFill>
            <a:srgbClr val="E72525"/>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Usabilidad</a:t>
            </a:r>
            <a:r>
              <a:rPr lang="es-ES" sz="2800">
                <a:solidFill>
                  <a:schemeClr val="lt1"/>
                </a:solidFill>
                <a:latin typeface="Gill Sans"/>
                <a:ea typeface="Gill Sans"/>
                <a:cs typeface="Gill Sans"/>
                <a:sym typeface="Gill Sans"/>
              </a:rPr>
              <a:t>: Establece criterios de facilidad de uso, accesibilidad, consistencia visual y tiempo de aprendizaje aceptable. </a:t>
            </a:r>
            <a:endParaRPr/>
          </a:p>
        </p:txBody>
      </p:sp>
      <p:cxnSp>
        <p:nvCxnSpPr>
          <p:cNvPr id="252" name="Google Shape;252;p17"/>
          <p:cNvCxnSpPr/>
          <p:nvPr/>
        </p:nvCxnSpPr>
        <p:spPr>
          <a:xfrm flipH="1" rot="-5400000">
            <a:off x="1557338" y="971550"/>
            <a:ext cx="685800" cy="571500"/>
          </a:xfrm>
          <a:prstGeom prst="curvedConnector3">
            <a:avLst>
              <a:gd fmla="val 50000" name="adj1"/>
            </a:avLst>
          </a:prstGeom>
          <a:noFill/>
          <a:ln cap="flat" cmpd="sng" w="9525">
            <a:solidFill>
              <a:schemeClr val="accent1"/>
            </a:solidFill>
            <a:prstDash val="solid"/>
            <a:round/>
            <a:headEnd len="sm" w="sm" type="none"/>
            <a:tailEnd len="med" w="med" type="triangle"/>
          </a:ln>
        </p:spPr>
      </p:cxnSp>
      <p:cxnSp>
        <p:nvCxnSpPr>
          <p:cNvPr id="253" name="Google Shape;253;p17"/>
          <p:cNvCxnSpPr/>
          <p:nvPr/>
        </p:nvCxnSpPr>
        <p:spPr>
          <a:xfrm>
            <a:off x="6715125" y="1914525"/>
            <a:ext cx="1314449" cy="1514475"/>
          </a:xfrm>
          <a:prstGeom prst="straightConnector1">
            <a:avLst/>
          </a:prstGeom>
          <a:noFill/>
          <a:ln cap="flat" cmpd="sng" w="9525">
            <a:solidFill>
              <a:schemeClr val="accent1"/>
            </a:solidFill>
            <a:prstDash val="solid"/>
            <a:round/>
            <a:headEnd len="sm" w="sm" type="none"/>
            <a:tailEnd len="med" w="med" type="triangle"/>
          </a:ln>
        </p:spPr>
      </p:cxnSp>
      <p:sp>
        <p:nvSpPr>
          <p:cNvPr id="254" name="Google Shape;254;p17"/>
          <p:cNvSpPr/>
          <p:nvPr/>
        </p:nvSpPr>
        <p:spPr>
          <a:xfrm>
            <a:off x="5343525" y="2480023"/>
            <a:ext cx="978408" cy="484632"/>
          </a:xfrm>
          <a:prstGeom prst="leftArrow">
            <a:avLst>
              <a:gd fmla="val 50000" name="adj1"/>
              <a:gd fmla="val 50000" name="adj2"/>
            </a:avLst>
          </a:prstGeom>
          <a:solidFill>
            <a:schemeClr val="accent1"/>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cxnSp>
        <p:nvCxnSpPr>
          <p:cNvPr id="255" name="Google Shape;255;p17"/>
          <p:cNvCxnSpPr>
            <a:stCxn id="254" idx="3"/>
          </p:cNvCxnSpPr>
          <p:nvPr/>
        </p:nvCxnSpPr>
        <p:spPr>
          <a:xfrm>
            <a:off x="6321933" y="2722339"/>
            <a:ext cx="1050300" cy="4950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8"/>
          <p:cNvSpPr/>
          <p:nvPr/>
        </p:nvSpPr>
        <p:spPr>
          <a:xfrm>
            <a:off x="0" y="0"/>
            <a:ext cx="3257549" cy="2871788"/>
          </a:xfrm>
          <a:prstGeom prst="flowChartProcess">
            <a:avLst/>
          </a:prstGeom>
          <a:solidFill>
            <a:srgbClr val="10C67C"/>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Confiabilidad</a:t>
            </a:r>
            <a:r>
              <a:rPr lang="es-ES" sz="2800">
                <a:solidFill>
                  <a:schemeClr val="lt1"/>
                </a:solidFill>
                <a:latin typeface="Gill Sans"/>
                <a:ea typeface="Gill Sans"/>
                <a:cs typeface="Gill Sans"/>
                <a:sym typeface="Gill Sans"/>
              </a:rPr>
              <a:t>: Describe la estabilidad del sistema, tolerancia a fallos y probabilidad de errores durante la operación. </a:t>
            </a:r>
            <a:endParaRPr sz="2800" u="sng">
              <a:solidFill>
                <a:schemeClr val="lt1"/>
              </a:solidFill>
              <a:latin typeface="Gill Sans"/>
              <a:ea typeface="Gill Sans"/>
              <a:cs typeface="Gill Sans"/>
              <a:sym typeface="Gill Sans"/>
            </a:endParaRPr>
          </a:p>
        </p:txBody>
      </p:sp>
      <p:sp>
        <p:nvSpPr>
          <p:cNvPr id="261" name="Google Shape;261;p18"/>
          <p:cNvSpPr/>
          <p:nvPr/>
        </p:nvSpPr>
        <p:spPr>
          <a:xfrm>
            <a:off x="3557587" y="528637"/>
            <a:ext cx="5800725" cy="1900237"/>
          </a:xfrm>
          <a:prstGeom prst="rect">
            <a:avLst/>
          </a:prstGeom>
          <a:solidFill>
            <a:srgbClr val="10C67C"/>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ES" sz="2800">
                <a:solidFill>
                  <a:schemeClr val="lt1"/>
                </a:solidFill>
                <a:latin typeface="Gill Sans"/>
                <a:ea typeface="Gill Sans"/>
                <a:cs typeface="Gill Sans"/>
                <a:sym typeface="Gill Sans"/>
              </a:rPr>
              <a:t>Disponibilidad</a:t>
            </a:r>
            <a:r>
              <a:rPr lang="es-ES" sz="2800">
                <a:solidFill>
                  <a:schemeClr val="lt1"/>
                </a:solidFill>
                <a:latin typeface="Gill Sans"/>
                <a:ea typeface="Gill Sans"/>
                <a:cs typeface="Gill Sans"/>
                <a:sym typeface="Gill Sans"/>
              </a:rPr>
              <a:t>: Indica el porcentaje de tiempo que el sistema está disponible para los usuarios.</a:t>
            </a:r>
            <a:endParaRPr/>
          </a:p>
        </p:txBody>
      </p:sp>
      <p:cxnSp>
        <p:nvCxnSpPr>
          <p:cNvPr id="262" name="Google Shape;262;p18"/>
          <p:cNvCxnSpPr/>
          <p:nvPr/>
        </p:nvCxnSpPr>
        <p:spPr>
          <a:xfrm>
            <a:off x="3257549" y="242888"/>
            <a:ext cx="285751" cy="714375"/>
          </a:xfrm>
          <a:prstGeom prst="straightConnector1">
            <a:avLst/>
          </a:prstGeom>
          <a:noFill/>
          <a:ln cap="flat" cmpd="sng" w="9525">
            <a:solidFill>
              <a:schemeClr val="accent1"/>
            </a:solidFill>
            <a:prstDash val="solid"/>
            <a:round/>
            <a:headEnd len="sm" w="sm" type="none"/>
            <a:tailEnd len="med" w="med" type="triangle"/>
          </a:ln>
        </p:spPr>
      </p:cxnSp>
      <p:sp>
        <p:nvSpPr>
          <p:cNvPr id="263" name="Google Shape;263;p18"/>
          <p:cNvSpPr/>
          <p:nvPr/>
        </p:nvSpPr>
        <p:spPr>
          <a:xfrm>
            <a:off x="3557587" y="2871788"/>
            <a:ext cx="4186238" cy="2443162"/>
          </a:xfrm>
          <a:prstGeom prst="round2SameRect">
            <a:avLst>
              <a:gd fmla="val 16667" name="adj1"/>
              <a:gd fmla="val 0" name="adj2"/>
            </a:avLst>
          </a:prstGeom>
          <a:solidFill>
            <a:srgbClr val="10C67C"/>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Estos elementos son fundamentales para garantizar que el software sea robusto, confiable y agradable de usar en la práctica.</a:t>
            </a:r>
            <a:endParaRPr sz="2800">
              <a:solidFill>
                <a:schemeClr val="lt1"/>
              </a:solidFill>
              <a:latin typeface="Gill Sans"/>
              <a:ea typeface="Gill Sans"/>
              <a:cs typeface="Gill Sans"/>
              <a:sym typeface="Gill Sans"/>
            </a:endParaRPr>
          </a:p>
        </p:txBody>
      </p:sp>
      <p:cxnSp>
        <p:nvCxnSpPr>
          <p:cNvPr id="264" name="Google Shape;264;p18"/>
          <p:cNvCxnSpPr>
            <a:endCxn id="263" idx="3"/>
          </p:cNvCxnSpPr>
          <p:nvPr/>
        </p:nvCxnSpPr>
        <p:spPr>
          <a:xfrm>
            <a:off x="4831406" y="2460788"/>
            <a:ext cx="819300" cy="411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mc:AlternateContent>
    <mc:Choice Requires="p14">
      <p:transition spd="slow" p14:dur="800">
        <p14:flythrough dir="out"/>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9"/>
          <p:cNvSpPr/>
          <p:nvPr/>
        </p:nvSpPr>
        <p:spPr>
          <a:xfrm>
            <a:off x="0" y="0"/>
            <a:ext cx="2514600" cy="1114425"/>
          </a:xfrm>
          <a:prstGeom prst="flowChartProcess">
            <a:avLst/>
          </a:prstGeom>
          <a:solidFill>
            <a:srgbClr val="0F7DC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importancia</a:t>
            </a:r>
            <a:endParaRPr/>
          </a:p>
        </p:txBody>
      </p:sp>
      <p:sp>
        <p:nvSpPr>
          <p:cNvPr id="270" name="Google Shape;270;p19"/>
          <p:cNvSpPr/>
          <p:nvPr/>
        </p:nvSpPr>
        <p:spPr>
          <a:xfrm>
            <a:off x="0" y="1735930"/>
            <a:ext cx="8743951" cy="2593183"/>
          </a:xfrm>
          <a:prstGeom prst="rect">
            <a:avLst/>
          </a:prstGeom>
          <a:solidFill>
            <a:srgbClr val="0F7DC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2800">
                <a:solidFill>
                  <a:schemeClr val="lt1"/>
                </a:solidFill>
                <a:latin typeface="Gill Sans"/>
                <a:ea typeface="Gill Sans"/>
                <a:cs typeface="Gill Sans"/>
                <a:sym typeface="Gill Sans"/>
              </a:rPr>
              <a:t>Utilizar requisitos no funcionales es una parte importante al momento de desarrollar un sistema, </a:t>
            </a:r>
            <a:r>
              <a:rPr b="1" lang="es-ES" sz="2800">
                <a:solidFill>
                  <a:schemeClr val="lt1"/>
                </a:solidFill>
                <a:latin typeface="Gill Sans"/>
                <a:ea typeface="Gill Sans"/>
                <a:cs typeface="Gill Sans"/>
                <a:sym typeface="Gill Sans"/>
              </a:rPr>
              <a:t>hará que tu software o aplicación sea eficaz, eficiente y cumpla con las expectativas y necesidades del usuario</a:t>
            </a:r>
            <a:r>
              <a:rPr lang="es-ES" sz="2800">
                <a:solidFill>
                  <a:schemeClr val="lt1"/>
                </a:solidFill>
                <a:latin typeface="Gill Sans"/>
                <a:ea typeface="Gill Sans"/>
                <a:cs typeface="Gill Sans"/>
                <a:sym typeface="Gill Sans"/>
              </a:rPr>
              <a:t>. No obstante, debes entender que estos trabajan de la mano con los requisitos funcionales.</a:t>
            </a:r>
            <a:endParaRPr sz="2800">
              <a:solidFill>
                <a:schemeClr val="lt1"/>
              </a:solidFill>
              <a:latin typeface="Gill Sans"/>
              <a:ea typeface="Gill Sans"/>
              <a:cs typeface="Gill Sans"/>
              <a:sym typeface="Gill Sans"/>
            </a:endParaRPr>
          </a:p>
        </p:txBody>
      </p:sp>
      <p:sp>
        <p:nvSpPr>
          <p:cNvPr id="271" name="Google Shape;271;p19"/>
          <p:cNvSpPr/>
          <p:nvPr/>
        </p:nvSpPr>
        <p:spPr>
          <a:xfrm rot="-1886325">
            <a:off x="2734190" y="702949"/>
            <a:ext cx="484632" cy="978408"/>
          </a:xfrm>
          <a:prstGeom prst="downArrow">
            <a:avLst>
              <a:gd fmla="val 50000" name="adj1"/>
              <a:gd fmla="val 50000" name="adj2"/>
            </a:avLst>
          </a:prstGeom>
          <a:solidFill>
            <a:srgbClr val="0F7DC7"/>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mc:AlternateContent>
    <mc:Choice Requires="p14">
      <p:transition spd="slow" p14:dur="900">
        <p14:warp dir="in"/>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0"/>
          <p:cNvSpPr/>
          <p:nvPr/>
        </p:nvSpPr>
        <p:spPr>
          <a:xfrm>
            <a:off x="114300" y="142876"/>
            <a:ext cx="3843337" cy="3000374"/>
          </a:xfrm>
          <a:prstGeom prst="bevel">
            <a:avLst>
              <a:gd fmla="val 12500" name="adj"/>
            </a:avLst>
          </a:prstGeom>
          <a:solidFill>
            <a:srgbClr val="3F3F3F"/>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conclusión</a:t>
            </a:r>
            <a:endParaRPr/>
          </a:p>
        </p:txBody>
      </p:sp>
      <p:sp>
        <p:nvSpPr>
          <p:cNvPr id="277" name="Google Shape;277;p20"/>
          <p:cNvSpPr/>
          <p:nvPr/>
        </p:nvSpPr>
        <p:spPr>
          <a:xfrm>
            <a:off x="4800599" y="1743074"/>
            <a:ext cx="6972301" cy="3971925"/>
          </a:xfrm>
          <a:prstGeom prst="bevel">
            <a:avLst>
              <a:gd fmla="val 360" name="adj"/>
            </a:avLst>
          </a:prstGeom>
          <a:solidFill>
            <a:srgbClr val="262626"/>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ES" sz="2800">
                <a:solidFill>
                  <a:schemeClr val="lt1"/>
                </a:solidFill>
                <a:latin typeface="Gill Sans"/>
                <a:ea typeface="Gill Sans"/>
                <a:cs typeface="Gill Sans"/>
                <a:sym typeface="Gill Sans"/>
              </a:rPr>
              <a:t>Los requerimientos no funcionales son esenciales para el éxito de un proyecto de software. Definen cómo debe comportarse un sistema más allá de lo que hace, abarcando aspectos como el rendimiento, la seguridad, la usabilidad y la escalabilidad.</a:t>
            </a:r>
            <a:endParaRPr sz="2800">
              <a:solidFill>
                <a:schemeClr val="lt1"/>
              </a:solidFill>
              <a:latin typeface="Gill Sans"/>
              <a:ea typeface="Gill Sans"/>
              <a:cs typeface="Gill Sans"/>
              <a:sym typeface="Gill Sans"/>
            </a:endParaRPr>
          </a:p>
        </p:txBody>
      </p:sp>
      <p:sp>
        <p:nvSpPr>
          <p:cNvPr id="278" name="Google Shape;278;p20"/>
          <p:cNvSpPr/>
          <p:nvPr/>
        </p:nvSpPr>
        <p:spPr>
          <a:xfrm rot="2436638">
            <a:off x="3468433" y="3403318"/>
            <a:ext cx="978408" cy="484632"/>
          </a:xfrm>
          <a:prstGeom prst="rightArrow">
            <a:avLst>
              <a:gd fmla="val 50000" name="adj1"/>
              <a:gd fmla="val 50000" name="adj2"/>
            </a:avLst>
          </a:prstGeom>
          <a:solidFill>
            <a:srgbClr val="0C0C0C"/>
          </a:solidFill>
          <a:ln cap="flat" cmpd="sng" w="15875">
            <a:solidFill>
              <a:srgbClr val="4D0C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lería">
  <a:themeElements>
    <a:clrScheme name="Galería">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2026-03-02T19:40:57Z</dcterms:created>
  <dc:creator>Diego</dc:creator>
</cp:coreProperties>
</file>