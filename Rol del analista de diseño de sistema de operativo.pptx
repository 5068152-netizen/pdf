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8829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4643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861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7149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7168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0167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6392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1486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71556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0546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69764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6406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31216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63374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00591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02292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5567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C3A75-1294-4E3E-B88D-F3DA9F8567BD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D3149-2517-40F9-A197-13FC6C01017C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85929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02D9C-957F-4EBA-B1CC-A10B534FA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SV" sz="44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 del analista de diseño de sistema de información</a:t>
            </a:r>
            <a:br>
              <a:rPr lang="es-SV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576F6E-9778-4C18-A150-38DE258DE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7560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806ED-FAAE-405F-85BD-23B7582E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¿Qué es el analista?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B26E68-B246-4DEC-9DBA-5091ED80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b="0" i="0" dirty="0">
                <a:effectLst/>
                <a:latin typeface="Roboto"/>
              </a:rPr>
              <a:t>es un profesional encargado de analizar, diseñar e implementar sistemas de información que mejoren la eficiencia y efectividad de las operaciones de una organización.</a:t>
            </a:r>
          </a:p>
          <a:p>
            <a:endParaRPr lang="es-SV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881B03-68FD-4CCB-BA59-11A6E730F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87856"/>
            <a:ext cx="3684494" cy="269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1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2C38-425E-4CAB-96E9-6276B876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Las responsabilidades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867B0A-F647-4034-BAE9-3D7E2E531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800" b="1" i="0" dirty="0">
                <a:effectLst/>
                <a:latin typeface="Roboto"/>
              </a:rPr>
              <a:t>Recopilación de requisitos</a:t>
            </a:r>
            <a:r>
              <a:rPr lang="es-ES" sz="2800" b="0" i="0" dirty="0">
                <a:effectLst/>
                <a:latin typeface="Roboto"/>
              </a:rPr>
              <a:t>: Colaborar con las partes interesadas para recopilar y documentar diversas necesidades comerciales y transformarlas en requisitos técnicos detallados.</a:t>
            </a:r>
          </a:p>
          <a:p>
            <a:r>
              <a:rPr lang="es-ES" sz="2800" b="1" i="0" dirty="0">
                <a:effectLst/>
                <a:latin typeface="Roboto"/>
              </a:rPr>
              <a:t>Diseño de sistema</a:t>
            </a:r>
            <a:r>
              <a:rPr lang="es-ES" sz="2800" b="0" i="0" dirty="0">
                <a:effectLst/>
                <a:latin typeface="Roboto"/>
              </a:rPr>
              <a:t>: Diseñar la arquitectura del sistema, incluidos bases de datos, interfaces y procesos comerciales, para satisfacer los requisitos recopilados.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F3E4E1-A153-4A68-937A-FD8F01077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978" y="4379127"/>
            <a:ext cx="26479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9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27F4B-1AE5-43BA-B2EA-0A6EAFAE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7AFF-EFBE-4388-BEA1-20870005E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/>
              </a:rPr>
              <a:t>Estudios de viabilidad</a:t>
            </a:r>
            <a:r>
              <a:rPr lang="es-ES" sz="2800" b="0" i="0" dirty="0">
                <a:effectLst/>
                <a:latin typeface="Roboto"/>
              </a:rPr>
              <a:t>: Realizar análisis de viabilidad para evaluar la viabilidad técnica, operativa y financiera del sistema propuesto.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/>
              </a:rPr>
              <a:t>Planificación de implementación</a:t>
            </a:r>
            <a:r>
              <a:rPr lang="es-ES" sz="2800" b="0" i="0" dirty="0">
                <a:effectLst/>
                <a:latin typeface="Roboto"/>
              </a:rPr>
              <a:t>: Desarrollar planes detallados para la implementación del sistema, incluidos cronogramas, recursos y hitos.</a:t>
            </a: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B0B381-2544-467A-9E8A-01C69A7C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77" y="4504185"/>
            <a:ext cx="29527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0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E5ACC-1221-4995-B4E6-52E1A122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5FC794-D42C-4B63-B985-2E2A21254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/>
              </a:rPr>
              <a:t>Pruebas y aseguramiento de calidad</a:t>
            </a:r>
            <a:r>
              <a:rPr lang="es-ES" sz="2800" b="0" i="0" dirty="0">
                <a:effectLst/>
                <a:latin typeface="Roboto"/>
              </a:rPr>
              <a:t>: Crear y ejecutar procedimientos de prueba exhaustivos para garantizar que los sistemas funcionen correctamente y satisfagan todos los requisitos establecidos.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/>
              </a:rPr>
              <a:t>Capacitación de usuarios</a:t>
            </a:r>
            <a:r>
              <a:rPr lang="es-ES" sz="2800" b="0" i="0" dirty="0">
                <a:effectLst/>
                <a:latin typeface="Roboto"/>
              </a:rPr>
              <a:t>: Desarrollar materiales de capacitación y realizar sesiones de capacitación para garantizar que los usuarios finales puedan utilizar eficazmente los nuevos sistemas.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sz="2800" b="0" i="0" dirty="0">
              <a:effectLst/>
              <a:latin typeface="Roboto"/>
            </a:endParaRPr>
          </a:p>
          <a:p>
            <a:endParaRPr lang="es-SV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AAEBF9-9C97-43AF-9894-90525F15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30" y="5143500"/>
            <a:ext cx="22098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7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B164D-3659-417E-9DC3-20CF27CF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C6FE6-C0AE-48C4-BA33-8A2C5E9DE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dirty="0">
                <a:effectLst/>
                <a:latin typeface="Roboto"/>
              </a:rPr>
              <a:t>Soporte y mantenimiento</a:t>
            </a:r>
            <a:r>
              <a:rPr lang="es-ES" sz="2800" b="0" i="0" dirty="0">
                <a:effectLst/>
                <a:latin typeface="Roboto"/>
              </a:rPr>
              <a:t>: Proporcionar soporte y mantenimiento continuos para los sistemas implementados, solucionar problemas y realizar los ajustes o actualizaciones necesarios.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Roboto"/>
              </a:rPr>
              <a:t>Documentación</a:t>
            </a:r>
            <a:r>
              <a:rPr lang="es-ES" sz="2800" b="0" i="0" u="none" strike="noStrike" dirty="0">
                <a:effectLst/>
                <a:latin typeface="Roboto"/>
              </a:rPr>
              <a:t>: Mantener documentación exhaustiva de las especificaciones del sistema, diseños, protocolos y manuales de usuario.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sz="2800" b="0" i="0" dirty="0">
              <a:effectLst/>
              <a:latin typeface="Roboto"/>
            </a:endParaRPr>
          </a:p>
          <a:p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112630-D3CF-4F9B-8D97-032EAD440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685" y="4432915"/>
            <a:ext cx="25050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02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00597-AC5F-4FC9-A62B-51983A12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Habilidades </a:t>
            </a:r>
            <a:r>
              <a:rPr lang="es-SV" dirty="0" err="1"/>
              <a:t>tecnicas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206D78-387A-464B-A263-5B24F7C3B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Roboto"/>
              </a:rPr>
              <a:t>Conocimientos en Programación</a:t>
            </a:r>
            <a:r>
              <a:rPr lang="es-ES" sz="2800" b="0" i="0" u="none" strike="noStrike" dirty="0">
                <a:effectLst/>
                <a:latin typeface="Roboto"/>
              </a:rPr>
              <a:t>: Deben tener experiencia en lenguajes de programación como Java, Python, o SQL, así como en bases de datos y sistemas operativos. </a:t>
            </a:r>
            <a:endParaRPr lang="es-ES" sz="2800" b="0" i="0" u="sng" dirty="0">
              <a:solidFill>
                <a:srgbClr val="3C51B4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Roboto"/>
              </a:rPr>
              <a:t>Tecnologías de la Información</a:t>
            </a:r>
            <a:r>
              <a:rPr lang="es-ES" sz="2800" b="0" i="0" u="none" strike="noStrike" dirty="0">
                <a:effectLst/>
                <a:latin typeface="Roboto"/>
              </a:rPr>
              <a:t>: Es esencial que estén al tanto de las últimas tendencias y tecnologías en el campo de la informática y la ingeniería de software. </a:t>
            </a:r>
            <a:endParaRPr lang="es-ES" sz="2800" b="0" i="0" dirty="0">
              <a:effectLst/>
              <a:latin typeface="Roboto"/>
            </a:endParaRP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100407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5C0B9-08BD-422C-B483-65017016B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459" y="639315"/>
            <a:ext cx="8610600" cy="1293028"/>
          </a:xfrm>
        </p:spPr>
        <p:txBody>
          <a:bodyPr/>
          <a:lstStyle/>
          <a:p>
            <a:r>
              <a:rPr lang="es-SV" dirty="0"/>
              <a:t>Habilidades analíticas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1FC17-1518-46CB-B2DD-CF8858C5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Roboto"/>
              </a:rPr>
              <a:t>Resolución de Problemas</a:t>
            </a:r>
            <a:r>
              <a:rPr lang="es-ES" sz="2800" b="0" i="0" u="none" strike="noStrike" dirty="0">
                <a:effectLst/>
                <a:latin typeface="Roboto"/>
              </a:rPr>
              <a:t>: Deben ser capaces de descomponer problemas complejos en componentes más simples y diseñar soluciones lógicas. </a:t>
            </a:r>
            <a:endParaRPr lang="es-ES" sz="2800" b="0" i="0" u="sng" dirty="0">
              <a:solidFill>
                <a:srgbClr val="3C51B4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ES" sz="2800" b="0" i="0" u="sng" dirty="0">
              <a:solidFill>
                <a:srgbClr val="3C51B4"/>
              </a:solidFill>
              <a:effectLst/>
              <a:latin typeface="Robo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Roboto"/>
              </a:rPr>
              <a:t>Investigación y Evaluación</a:t>
            </a:r>
            <a:r>
              <a:rPr lang="es-ES" sz="2800" b="0" i="0" u="none" strike="noStrike" dirty="0">
                <a:effectLst/>
                <a:latin typeface="Roboto"/>
              </a:rPr>
              <a:t>: La capacidad de recopilar datos precisos y evaluar opciones es crucial para tomar decisiones informadas sobre la implementación de sistemas.</a:t>
            </a:r>
            <a:endParaRPr lang="es-ES" sz="2800" b="0" i="0" dirty="0">
              <a:effectLst/>
              <a:latin typeface="Roboto"/>
            </a:endParaRP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05465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31787-902E-43A0-8FF7-8E1813B9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Habilidades de comunicación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07A47-9ACD-4905-96BD-E5B81F87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Arial Black" panose="020B0A04020102020204" pitchFamily="34" charset="0"/>
              </a:rPr>
              <a:t>Intermediación</a:t>
            </a:r>
            <a:r>
              <a:rPr lang="es-ES" sz="2800" b="0" i="0" u="none" strike="noStrike" dirty="0">
                <a:effectLst/>
                <a:latin typeface="Arial Black" panose="020B0A04020102020204" pitchFamily="34" charset="0"/>
              </a:rPr>
              <a:t>: Actúan como un puente entre los equipos técnicos y los usuarios finales, asegurando que los sistemas cumplan con los requisitos y expectativas de la organización. </a:t>
            </a:r>
            <a:endParaRPr lang="es-ES" sz="2800" b="0" i="0" u="sng" dirty="0">
              <a:solidFill>
                <a:srgbClr val="3C51B4"/>
              </a:solidFill>
              <a:effectLst/>
              <a:latin typeface="Arial Black" panose="020B0A040201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s-ES" sz="2800" b="0" i="0" u="sng" dirty="0">
              <a:solidFill>
                <a:srgbClr val="3C51B4"/>
              </a:solidFill>
              <a:effectLst/>
              <a:latin typeface="Arial Black" panose="020B0A040201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800" b="1" i="0" u="none" strike="noStrike" dirty="0">
                <a:effectLst/>
                <a:latin typeface="Arial Black" panose="020B0A04020102020204" pitchFamily="34" charset="0"/>
              </a:rPr>
              <a:t>Trabajo en Equipo</a:t>
            </a:r>
            <a:r>
              <a:rPr lang="es-ES" sz="2800" b="0" i="0" u="none" strike="noStrike" dirty="0">
                <a:effectLst/>
                <a:latin typeface="Arial Black" panose="020B0A04020102020204" pitchFamily="34" charset="0"/>
              </a:rPr>
              <a:t>: Deben colaborar con diferentes departamentos y gestionar proyectos de diversas complejidades, lo que requiere habilidades interpersonales efectivas.</a:t>
            </a:r>
            <a:endParaRPr lang="es-ES" sz="2800" b="0" i="0" dirty="0">
              <a:effectLst/>
              <a:latin typeface="Arial Black" panose="020B0A04020102020204" pitchFamily="34" charset="0"/>
            </a:endParaRP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513173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6A212-682A-46DE-92BA-CAEE2321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compromisos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AB12B-70A4-4BFB-8AF4-8B5E3FD6F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s-ES" sz="2800" b="0" i="0" u="none" strike="noStrike" dirty="0">
                <a:effectLst/>
                <a:latin typeface="Arial Black" panose="020B0A04020102020204" pitchFamily="34" charset="0"/>
              </a:rPr>
              <a:t>incluyen la responsabilidad de analizar, diseñar y desarrollar soluciones informáticas que satisfagan las necesidades de una organización. Esto implica comprender las necesidades del negocio y traducirlas en requisitos técnicos, diseñar sistemas, realizar pruebas y asegurar su correcto funcionamiento. Además, los analistas de sistemas deben colaborar con los </a:t>
            </a:r>
            <a:r>
              <a:rPr lang="es-ES" sz="2800" b="0" i="0" u="none" strike="noStrike" dirty="0" err="1">
                <a:effectLst/>
                <a:latin typeface="Arial Black" panose="020B0A04020102020204" pitchFamily="34" charset="0"/>
              </a:rPr>
              <a:t>stakeholders</a:t>
            </a:r>
            <a:r>
              <a:rPr lang="es-ES" sz="2800" b="0" i="0" u="none" strike="noStrike" dirty="0">
                <a:effectLst/>
                <a:latin typeface="Arial Black" panose="020B0A04020102020204" pitchFamily="34" charset="0"/>
              </a:rPr>
              <a:t>, documentar procesos y proporcionar soporte continuo para los sistemas implementados.</a:t>
            </a:r>
            <a:endParaRPr lang="es-ES" sz="2800" b="0" i="0" dirty="0">
              <a:effectLst/>
              <a:latin typeface="Arial Black" panose="020B0A04020102020204" pitchFamily="34" charset="0"/>
            </a:endParaRP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22847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EC595-86C0-42BA-A2DE-B9E3AEF4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FE89A3-EBB0-4D1B-B947-CE3B0E74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919012" cy="4024125"/>
          </a:xfrm>
        </p:spPr>
        <p:txBody>
          <a:bodyPr/>
          <a:lstStyle/>
          <a:p>
            <a:r>
              <a:rPr lang="es-ES" b="0" i="0" dirty="0">
                <a:effectLst/>
                <a:latin typeface="Roboto"/>
              </a:rPr>
              <a:t>Un </a:t>
            </a:r>
            <a:r>
              <a:rPr lang="es-ES" b="1" i="0" dirty="0">
                <a:effectLst/>
                <a:latin typeface="Roboto"/>
              </a:rPr>
              <a:t>analista de sistemas</a:t>
            </a:r>
            <a:r>
              <a:rPr lang="es-ES" b="0" i="0" dirty="0">
                <a:effectLst/>
                <a:latin typeface="Roboto"/>
              </a:rPr>
              <a:t> es un profesional que utiliza sus habilidades técnicas para optimizar los sistemas informáticos de una organización. Su trabajo implica analizar, diseñar y mejorar los sistemas, así como asesorar sobre soluciones tecnológicas.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815235732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1066</TotalTime>
  <Words>499</Words>
  <Application>Microsoft Office PowerPoint</Application>
  <PresentationFormat>Panorámica</PresentationFormat>
  <Paragraphs>27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Century Gothic</vt:lpstr>
      <vt:lpstr>Roboto</vt:lpstr>
      <vt:lpstr>Estela de condensación</vt:lpstr>
      <vt:lpstr>Rol del analista de diseño de sistema de información </vt:lpstr>
      <vt:lpstr>¿Qué es el analista?</vt:lpstr>
      <vt:lpstr>Las responsabilidades</vt:lpstr>
      <vt:lpstr>Presentación de PowerPoint</vt:lpstr>
      <vt:lpstr>Presentación de PowerPoint</vt:lpstr>
      <vt:lpstr>Presentación de PowerPoint</vt:lpstr>
      <vt:lpstr>Habilidades tecnicas</vt:lpstr>
      <vt:lpstr>Habilidades analíticas</vt:lpstr>
      <vt:lpstr>Habilidades de comunicación</vt:lpstr>
      <vt:lpstr>compromisos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 del analista de diseño de sistema de información </dc:title>
  <dc:creator>Diego</dc:creator>
  <cp:lastModifiedBy>Diego</cp:lastModifiedBy>
  <cp:revision>1</cp:revision>
  <dcterms:created xsi:type="dcterms:W3CDTF">2026-02-17T19:08:25Z</dcterms:created>
  <dcterms:modified xsi:type="dcterms:W3CDTF">2026-02-18T12:54:44Z</dcterms:modified>
</cp:coreProperties>
</file>